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1430000" cy="6477000"/>
  <p:notesSz cx="11430000" cy="647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3FB74C-69CF-4329-A358-13EDB5F4C4EF}" v="2" dt="2026-02-22T16:38:54.89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128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5"/>
            <a:ext cx="4286250" cy="64293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93716" y="1811242"/>
            <a:ext cx="5431155" cy="1662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893716" y="3708908"/>
            <a:ext cx="5802630" cy="863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5"/>
            <a:ext cx="4286250" cy="642937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6070" y="351418"/>
            <a:ext cx="9550965" cy="11751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0549" y="2028824"/>
            <a:ext cx="4933950" cy="3198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35"/>
              </a:spcBef>
            </a:pPr>
            <a:r>
              <a:rPr sz="3450" spc="-225" dirty="0"/>
              <a:t>AI-</a:t>
            </a:r>
            <a:r>
              <a:rPr sz="3450" spc="-120" dirty="0"/>
              <a:t>Enabled</a:t>
            </a:r>
            <a:r>
              <a:rPr sz="3450" spc="-320" dirty="0"/>
              <a:t> </a:t>
            </a:r>
            <a:r>
              <a:rPr sz="3450" spc="-10" dirty="0"/>
              <a:t>Product </a:t>
            </a:r>
            <a:r>
              <a:rPr sz="3450" spc="-75" dirty="0"/>
              <a:t>Recommendation </a:t>
            </a:r>
            <a:r>
              <a:rPr sz="3450" spc="-120" dirty="0"/>
              <a:t>Dashboard</a:t>
            </a:r>
            <a:r>
              <a:rPr sz="3450" spc="-355" dirty="0"/>
              <a:t> </a:t>
            </a:r>
            <a:r>
              <a:rPr sz="3450" spc="-90" dirty="0"/>
              <a:t>using</a:t>
            </a:r>
            <a:r>
              <a:rPr sz="3450" spc="-355" dirty="0"/>
              <a:t> </a:t>
            </a:r>
            <a:r>
              <a:rPr sz="3450" spc="-165" dirty="0"/>
              <a:t>Streamlit</a:t>
            </a:r>
            <a:endParaRPr sz="345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31700"/>
              </a:lnSpc>
              <a:spcBef>
                <a:spcPts val="60"/>
              </a:spcBef>
            </a:pP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Technical,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424"/>
                </a:solidFill>
                <a:latin typeface="Tahoma"/>
                <a:cs typeface="Tahoma"/>
              </a:rPr>
              <a:t>academic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overview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 of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100" dirty="0">
                <a:solidFill>
                  <a:srgbClr val="262424"/>
                </a:solidFill>
                <a:latin typeface="Tahoma"/>
                <a:cs typeface="Tahoma"/>
              </a:rPr>
              <a:t>4-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milestone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internship-ready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project that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builds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an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interactive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recommendation</a:t>
            </a:r>
            <a:r>
              <a:rPr sz="1400" spc="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dashboard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262424"/>
                </a:solidFill>
                <a:latin typeface="Tahoma"/>
                <a:cs typeface="Tahoma"/>
              </a:rPr>
              <a:t>e-</a:t>
            </a:r>
            <a:r>
              <a:rPr sz="1400" spc="35" dirty="0">
                <a:solidFill>
                  <a:srgbClr val="262424"/>
                </a:solidFill>
                <a:latin typeface="Tahoma"/>
                <a:cs typeface="Tahoma"/>
              </a:rPr>
              <a:t>commerce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using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Python</a:t>
            </a:r>
            <a:r>
              <a:rPr sz="140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400" spc="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424"/>
                </a:solidFill>
                <a:latin typeface="Tahoma"/>
                <a:cs typeface="Tahoma"/>
              </a:rPr>
              <a:t>Streamlit.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5"/>
            <a:ext cx="4286250" cy="64293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7466" y="582326"/>
            <a:ext cx="4497070" cy="94424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70"/>
              </a:spcBef>
            </a:pPr>
            <a:r>
              <a:rPr sz="2950" spc="-110" dirty="0"/>
              <a:t>Milestone</a:t>
            </a:r>
            <a:r>
              <a:rPr sz="2950" spc="-315" dirty="0"/>
              <a:t> </a:t>
            </a:r>
            <a:r>
              <a:rPr sz="2950" spc="-600" dirty="0"/>
              <a:t>1</a:t>
            </a:r>
            <a:r>
              <a:rPr sz="2950" spc="-310" dirty="0"/>
              <a:t> </a:t>
            </a:r>
            <a:r>
              <a:rPr sz="2950" spc="265" dirty="0"/>
              <a:t>—</a:t>
            </a:r>
            <a:r>
              <a:rPr sz="2950" spc="-310" dirty="0"/>
              <a:t> </a:t>
            </a:r>
            <a:r>
              <a:rPr sz="2950" spc="-145" dirty="0"/>
              <a:t>Definition</a:t>
            </a:r>
            <a:r>
              <a:rPr sz="2950" spc="-310" dirty="0"/>
              <a:t> </a:t>
            </a:r>
            <a:r>
              <a:rPr sz="2950" spc="415" dirty="0"/>
              <a:t>s </a:t>
            </a:r>
            <a:r>
              <a:rPr sz="2950" spc="-10" dirty="0"/>
              <a:t>Planning</a:t>
            </a:r>
            <a:endParaRPr sz="2950"/>
          </a:p>
        </p:txBody>
      </p:sp>
      <p:grpSp>
        <p:nvGrpSpPr>
          <p:cNvPr id="6" name="object 6"/>
          <p:cNvGrpSpPr/>
          <p:nvPr/>
        </p:nvGrpSpPr>
        <p:grpSpPr>
          <a:xfrm>
            <a:off x="619124" y="1743074"/>
            <a:ext cx="1885950" cy="2657475"/>
            <a:chOff x="619124" y="1743074"/>
            <a:chExt cx="1885950" cy="2657475"/>
          </a:xfrm>
        </p:grpSpPr>
        <p:sp>
          <p:nvSpPr>
            <p:cNvPr id="7" name="object 7"/>
            <p:cNvSpPr/>
            <p:nvPr/>
          </p:nvSpPr>
          <p:spPr>
            <a:xfrm>
              <a:off x="619112" y="1963000"/>
              <a:ext cx="1885950" cy="2437765"/>
            </a:xfrm>
            <a:custGeom>
              <a:avLst/>
              <a:gdLst/>
              <a:ahLst/>
              <a:cxnLst/>
              <a:rect l="l" t="t" r="r" b="b"/>
              <a:pathLst>
                <a:path w="1885950" h="2437765">
                  <a:moveTo>
                    <a:pt x="1885950" y="75361"/>
                  </a:moveTo>
                  <a:lnTo>
                    <a:pt x="1873123" y="33020"/>
                  </a:lnTo>
                  <a:lnTo>
                    <a:pt x="1838909" y="4965"/>
                  </a:lnTo>
                  <a:lnTo>
                    <a:pt x="1820519" y="0"/>
                  </a:lnTo>
                  <a:lnTo>
                    <a:pt x="1824621" y="1092"/>
                  </a:lnTo>
                  <a:lnTo>
                    <a:pt x="1838617" y="8826"/>
                  </a:lnTo>
                  <a:lnTo>
                    <a:pt x="1862543" y="46202"/>
                  </a:lnTo>
                  <a:lnTo>
                    <a:pt x="1866900" y="75361"/>
                  </a:lnTo>
                  <a:lnTo>
                    <a:pt x="1866900" y="2384844"/>
                  </a:lnTo>
                  <a:lnTo>
                    <a:pt x="1856524" y="2409075"/>
                  </a:lnTo>
                  <a:lnTo>
                    <a:pt x="1851863" y="2412962"/>
                  </a:lnTo>
                  <a:lnTo>
                    <a:pt x="1846160" y="2416035"/>
                  </a:lnTo>
                  <a:lnTo>
                    <a:pt x="1839950" y="2417889"/>
                  </a:lnTo>
                  <a:lnTo>
                    <a:pt x="1833232" y="2418511"/>
                  </a:lnTo>
                  <a:lnTo>
                    <a:pt x="52730" y="2418511"/>
                  </a:lnTo>
                  <a:lnTo>
                    <a:pt x="46012" y="2417889"/>
                  </a:lnTo>
                  <a:lnTo>
                    <a:pt x="39801" y="2416035"/>
                  </a:lnTo>
                  <a:lnTo>
                    <a:pt x="34099" y="2412962"/>
                  </a:lnTo>
                  <a:lnTo>
                    <a:pt x="29425" y="2409088"/>
                  </a:lnTo>
                  <a:lnTo>
                    <a:pt x="28917" y="2408656"/>
                  </a:lnTo>
                  <a:lnTo>
                    <a:pt x="24599" y="2403462"/>
                  </a:lnTo>
                  <a:lnTo>
                    <a:pt x="21526" y="2397760"/>
                  </a:lnTo>
                  <a:lnTo>
                    <a:pt x="19672" y="2391549"/>
                  </a:lnTo>
                  <a:lnTo>
                    <a:pt x="19050" y="2384844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391829"/>
                  </a:lnTo>
                  <a:lnTo>
                    <a:pt x="20396" y="2427059"/>
                  </a:lnTo>
                  <a:lnTo>
                    <a:pt x="45732" y="2437561"/>
                  </a:lnTo>
                  <a:lnTo>
                    <a:pt x="1840217" y="2437561"/>
                  </a:lnTo>
                  <a:lnTo>
                    <a:pt x="1846948" y="2436228"/>
                  </a:lnTo>
                  <a:lnTo>
                    <a:pt x="1859864" y="2430869"/>
                  </a:lnTo>
                  <a:lnTo>
                    <a:pt x="1865566" y="2427059"/>
                  </a:lnTo>
                  <a:lnTo>
                    <a:pt x="1870036" y="2422588"/>
                  </a:lnTo>
                  <a:lnTo>
                    <a:pt x="1870506" y="2422118"/>
                  </a:lnTo>
                  <a:lnTo>
                    <a:pt x="1875447" y="2417178"/>
                  </a:lnTo>
                  <a:lnTo>
                    <a:pt x="1879257" y="2411476"/>
                  </a:lnTo>
                  <a:lnTo>
                    <a:pt x="1884616" y="2398560"/>
                  </a:lnTo>
                  <a:lnTo>
                    <a:pt x="1885950" y="2391829"/>
                  </a:lnTo>
                  <a:lnTo>
                    <a:pt x="188595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9125" y="1743074"/>
              <a:ext cx="1885950" cy="447675"/>
            </a:xfrm>
            <a:custGeom>
              <a:avLst/>
              <a:gdLst/>
              <a:ahLst/>
              <a:cxnLst/>
              <a:rect l="l" t="t" r="r" b="b"/>
              <a:pathLst>
                <a:path w="1885950" h="447675">
                  <a:moveTo>
                    <a:pt x="1885950" y="249288"/>
                  </a:moveTo>
                  <a:lnTo>
                    <a:pt x="1868055" y="213017"/>
                  </a:lnTo>
                  <a:lnTo>
                    <a:pt x="1836686" y="200025"/>
                  </a:lnTo>
                  <a:lnTo>
                    <a:pt x="1163459" y="200025"/>
                  </a:lnTo>
                  <a:lnTo>
                    <a:pt x="1162939" y="194602"/>
                  </a:lnTo>
                  <a:lnTo>
                    <a:pt x="1152956" y="151841"/>
                  </a:lnTo>
                  <a:lnTo>
                    <a:pt x="1134846" y="111848"/>
                  </a:lnTo>
                  <a:lnTo>
                    <a:pt x="1109268" y="76174"/>
                  </a:lnTo>
                  <a:lnTo>
                    <a:pt x="1077226" y="46151"/>
                  </a:lnTo>
                  <a:lnTo>
                    <a:pt x="1039926" y="22974"/>
                  </a:lnTo>
                  <a:lnTo>
                    <a:pt x="998855" y="7505"/>
                  </a:lnTo>
                  <a:lnTo>
                    <a:pt x="955535" y="355"/>
                  </a:lnTo>
                  <a:lnTo>
                    <a:pt x="948220" y="0"/>
                  </a:lnTo>
                  <a:lnTo>
                    <a:pt x="933551" y="0"/>
                  </a:lnTo>
                  <a:lnTo>
                    <a:pt x="890028" y="5727"/>
                  </a:lnTo>
                  <a:lnTo>
                    <a:pt x="848461" y="19850"/>
                  </a:lnTo>
                  <a:lnTo>
                    <a:pt x="810437" y="41795"/>
                  </a:lnTo>
                  <a:lnTo>
                    <a:pt x="777430" y="70739"/>
                  </a:lnTo>
                  <a:lnTo>
                    <a:pt x="750697" y="105575"/>
                  </a:lnTo>
                  <a:lnTo>
                    <a:pt x="731291" y="144945"/>
                  </a:lnTo>
                  <a:lnTo>
                    <a:pt x="719912" y="187363"/>
                  </a:lnTo>
                  <a:lnTo>
                    <a:pt x="718312" y="200025"/>
                  </a:lnTo>
                  <a:lnTo>
                    <a:pt x="49250" y="200025"/>
                  </a:lnTo>
                  <a:lnTo>
                    <a:pt x="12992" y="217919"/>
                  </a:lnTo>
                  <a:lnTo>
                    <a:pt x="0" y="249288"/>
                  </a:lnTo>
                  <a:lnTo>
                    <a:pt x="0" y="276225"/>
                  </a:lnTo>
                  <a:lnTo>
                    <a:pt x="723150" y="276225"/>
                  </a:lnTo>
                  <a:lnTo>
                    <a:pt x="724560" y="281800"/>
                  </a:lnTo>
                  <a:lnTo>
                    <a:pt x="740029" y="322884"/>
                  </a:lnTo>
                  <a:lnTo>
                    <a:pt x="763206" y="360172"/>
                  </a:lnTo>
                  <a:lnTo>
                    <a:pt x="793216" y="392214"/>
                  </a:lnTo>
                  <a:lnTo>
                    <a:pt x="828903" y="417791"/>
                  </a:lnTo>
                  <a:lnTo>
                    <a:pt x="868895" y="435914"/>
                  </a:lnTo>
                  <a:lnTo>
                    <a:pt x="911644" y="445884"/>
                  </a:lnTo>
                  <a:lnTo>
                    <a:pt x="933551" y="447675"/>
                  </a:lnTo>
                  <a:lnTo>
                    <a:pt x="948220" y="447675"/>
                  </a:lnTo>
                  <a:lnTo>
                    <a:pt x="991755" y="441947"/>
                  </a:lnTo>
                  <a:lnTo>
                    <a:pt x="1033322" y="427837"/>
                  </a:lnTo>
                  <a:lnTo>
                    <a:pt x="1071346" y="405879"/>
                  </a:lnTo>
                  <a:lnTo>
                    <a:pt x="1104353" y="376923"/>
                  </a:lnTo>
                  <a:lnTo>
                    <a:pt x="1131074" y="342099"/>
                  </a:lnTo>
                  <a:lnTo>
                    <a:pt x="1150493" y="302717"/>
                  </a:lnTo>
                  <a:lnTo>
                    <a:pt x="1158608" y="276225"/>
                  </a:lnTo>
                  <a:lnTo>
                    <a:pt x="1885950" y="276225"/>
                  </a:lnTo>
                  <a:lnTo>
                    <a:pt x="1885950" y="249288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77130" y="2323210"/>
            <a:ext cx="1359535" cy="1205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65" dirty="0">
                <a:solidFill>
                  <a:srgbClr val="262424"/>
                </a:solidFill>
                <a:latin typeface="Tahoma"/>
                <a:cs typeface="Tahoma"/>
              </a:rPr>
              <a:t>Project</a:t>
            </a:r>
            <a:r>
              <a:rPr sz="1450" b="1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b="1" spc="-20" dirty="0">
                <a:solidFill>
                  <a:srgbClr val="262424"/>
                </a:solidFill>
                <a:latin typeface="Tahoma"/>
                <a:cs typeface="Tahoma"/>
              </a:rPr>
              <a:t>Title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26800"/>
              </a:lnSpc>
              <a:spcBef>
                <a:spcPts val="515"/>
              </a:spcBef>
            </a:pPr>
            <a:r>
              <a:rPr sz="1150" spc="10" dirty="0">
                <a:solidFill>
                  <a:srgbClr val="262424"/>
                </a:solidFill>
                <a:latin typeface="Tahoma"/>
                <a:cs typeface="Tahoma"/>
              </a:rPr>
              <a:t>AI-Enabled</a:t>
            </a:r>
            <a:r>
              <a:rPr sz="1150" spc="2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262424"/>
                </a:solidFill>
                <a:latin typeface="Tahoma"/>
                <a:cs typeface="Tahoma"/>
              </a:rPr>
              <a:t>Product </a:t>
            </a:r>
            <a:r>
              <a:rPr sz="1150" spc="-10" dirty="0">
                <a:solidFill>
                  <a:srgbClr val="262424"/>
                </a:solidFill>
                <a:latin typeface="Tahoma"/>
                <a:cs typeface="Tahoma"/>
              </a:rPr>
              <a:t>Recommendation </a:t>
            </a:r>
            <a:r>
              <a:rPr sz="1150" spc="45" dirty="0">
                <a:solidFill>
                  <a:srgbClr val="262424"/>
                </a:solidFill>
                <a:latin typeface="Tahoma"/>
                <a:cs typeface="Tahoma"/>
              </a:rPr>
              <a:t>Dashboard</a:t>
            </a:r>
            <a:r>
              <a:rPr sz="1150" spc="-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262424"/>
                </a:solidFill>
                <a:latin typeface="Tahoma"/>
                <a:cs typeface="Tahoma"/>
              </a:rPr>
              <a:t>using </a:t>
            </a:r>
            <a:r>
              <a:rPr sz="1150" spc="-10" dirty="0">
                <a:solidFill>
                  <a:srgbClr val="262424"/>
                </a:solidFill>
                <a:latin typeface="Tahoma"/>
                <a:cs typeface="Tahoma"/>
              </a:rPr>
              <a:t>Streamlit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28899" y="1743074"/>
            <a:ext cx="1885950" cy="2657475"/>
            <a:chOff x="2628899" y="1743074"/>
            <a:chExt cx="1885950" cy="2657475"/>
          </a:xfrm>
        </p:grpSpPr>
        <p:sp>
          <p:nvSpPr>
            <p:cNvPr id="11" name="object 11"/>
            <p:cNvSpPr/>
            <p:nvPr/>
          </p:nvSpPr>
          <p:spPr>
            <a:xfrm>
              <a:off x="2628887" y="1963000"/>
              <a:ext cx="1885950" cy="2437765"/>
            </a:xfrm>
            <a:custGeom>
              <a:avLst/>
              <a:gdLst/>
              <a:ahLst/>
              <a:cxnLst/>
              <a:rect l="l" t="t" r="r" b="b"/>
              <a:pathLst>
                <a:path w="1885950" h="2437765">
                  <a:moveTo>
                    <a:pt x="1885950" y="75361"/>
                  </a:moveTo>
                  <a:lnTo>
                    <a:pt x="1873123" y="33020"/>
                  </a:lnTo>
                  <a:lnTo>
                    <a:pt x="1838909" y="4965"/>
                  </a:lnTo>
                  <a:lnTo>
                    <a:pt x="1820519" y="0"/>
                  </a:lnTo>
                  <a:lnTo>
                    <a:pt x="1824621" y="1092"/>
                  </a:lnTo>
                  <a:lnTo>
                    <a:pt x="1838617" y="8826"/>
                  </a:lnTo>
                  <a:lnTo>
                    <a:pt x="1862543" y="46202"/>
                  </a:lnTo>
                  <a:lnTo>
                    <a:pt x="1866900" y="75361"/>
                  </a:lnTo>
                  <a:lnTo>
                    <a:pt x="1866900" y="2384844"/>
                  </a:lnTo>
                  <a:lnTo>
                    <a:pt x="1856524" y="2409075"/>
                  </a:lnTo>
                  <a:lnTo>
                    <a:pt x="1851850" y="2412962"/>
                  </a:lnTo>
                  <a:lnTo>
                    <a:pt x="1846160" y="2416035"/>
                  </a:lnTo>
                  <a:lnTo>
                    <a:pt x="1839950" y="2417889"/>
                  </a:lnTo>
                  <a:lnTo>
                    <a:pt x="1833232" y="2418511"/>
                  </a:lnTo>
                  <a:lnTo>
                    <a:pt x="52717" y="2418511"/>
                  </a:lnTo>
                  <a:lnTo>
                    <a:pt x="46012" y="2417889"/>
                  </a:lnTo>
                  <a:lnTo>
                    <a:pt x="39801" y="2416035"/>
                  </a:lnTo>
                  <a:lnTo>
                    <a:pt x="34099" y="2412962"/>
                  </a:lnTo>
                  <a:lnTo>
                    <a:pt x="29425" y="2409088"/>
                  </a:lnTo>
                  <a:lnTo>
                    <a:pt x="28917" y="2408656"/>
                  </a:lnTo>
                  <a:lnTo>
                    <a:pt x="24612" y="2403462"/>
                  </a:lnTo>
                  <a:lnTo>
                    <a:pt x="21526" y="2397760"/>
                  </a:lnTo>
                  <a:lnTo>
                    <a:pt x="19672" y="2391549"/>
                  </a:lnTo>
                  <a:lnTo>
                    <a:pt x="19050" y="2384844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391829"/>
                  </a:lnTo>
                  <a:lnTo>
                    <a:pt x="1333" y="2398560"/>
                  </a:lnTo>
                  <a:lnTo>
                    <a:pt x="6692" y="2411476"/>
                  </a:lnTo>
                  <a:lnTo>
                    <a:pt x="10502" y="2417178"/>
                  </a:lnTo>
                  <a:lnTo>
                    <a:pt x="15443" y="2422118"/>
                  </a:lnTo>
                  <a:lnTo>
                    <a:pt x="20383" y="2427059"/>
                  </a:lnTo>
                  <a:lnTo>
                    <a:pt x="26085" y="2430869"/>
                  </a:lnTo>
                  <a:lnTo>
                    <a:pt x="39001" y="2436228"/>
                  </a:lnTo>
                  <a:lnTo>
                    <a:pt x="45732" y="2437561"/>
                  </a:lnTo>
                  <a:lnTo>
                    <a:pt x="1840217" y="2437561"/>
                  </a:lnTo>
                  <a:lnTo>
                    <a:pt x="1846948" y="2436228"/>
                  </a:lnTo>
                  <a:lnTo>
                    <a:pt x="1859864" y="2430869"/>
                  </a:lnTo>
                  <a:lnTo>
                    <a:pt x="1865566" y="2427059"/>
                  </a:lnTo>
                  <a:lnTo>
                    <a:pt x="1870036" y="2422588"/>
                  </a:lnTo>
                  <a:lnTo>
                    <a:pt x="1870506" y="2422118"/>
                  </a:lnTo>
                  <a:lnTo>
                    <a:pt x="1875447" y="2417178"/>
                  </a:lnTo>
                  <a:lnTo>
                    <a:pt x="1879257" y="2411476"/>
                  </a:lnTo>
                  <a:lnTo>
                    <a:pt x="1884616" y="2398560"/>
                  </a:lnTo>
                  <a:lnTo>
                    <a:pt x="1885950" y="2391829"/>
                  </a:lnTo>
                  <a:lnTo>
                    <a:pt x="188595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28900" y="1743074"/>
              <a:ext cx="1885950" cy="447675"/>
            </a:xfrm>
            <a:custGeom>
              <a:avLst/>
              <a:gdLst/>
              <a:ahLst/>
              <a:cxnLst/>
              <a:rect l="l" t="t" r="r" b="b"/>
              <a:pathLst>
                <a:path w="1885950" h="447675">
                  <a:moveTo>
                    <a:pt x="1885950" y="249288"/>
                  </a:moveTo>
                  <a:lnTo>
                    <a:pt x="1868055" y="213017"/>
                  </a:lnTo>
                  <a:lnTo>
                    <a:pt x="1836686" y="200025"/>
                  </a:lnTo>
                  <a:lnTo>
                    <a:pt x="1163459" y="200025"/>
                  </a:lnTo>
                  <a:lnTo>
                    <a:pt x="1162939" y="194602"/>
                  </a:lnTo>
                  <a:lnTo>
                    <a:pt x="1152956" y="151841"/>
                  </a:lnTo>
                  <a:lnTo>
                    <a:pt x="1134846" y="111848"/>
                  </a:lnTo>
                  <a:lnTo>
                    <a:pt x="1109268" y="76174"/>
                  </a:lnTo>
                  <a:lnTo>
                    <a:pt x="1077226" y="46151"/>
                  </a:lnTo>
                  <a:lnTo>
                    <a:pt x="1039939" y="22974"/>
                  </a:lnTo>
                  <a:lnTo>
                    <a:pt x="998855" y="7505"/>
                  </a:lnTo>
                  <a:lnTo>
                    <a:pt x="955535" y="355"/>
                  </a:lnTo>
                  <a:lnTo>
                    <a:pt x="948220" y="0"/>
                  </a:lnTo>
                  <a:lnTo>
                    <a:pt x="933564" y="0"/>
                  </a:lnTo>
                  <a:lnTo>
                    <a:pt x="890028" y="5727"/>
                  </a:lnTo>
                  <a:lnTo>
                    <a:pt x="848461" y="19850"/>
                  </a:lnTo>
                  <a:lnTo>
                    <a:pt x="810437" y="41795"/>
                  </a:lnTo>
                  <a:lnTo>
                    <a:pt x="777430" y="70739"/>
                  </a:lnTo>
                  <a:lnTo>
                    <a:pt x="750709" y="105575"/>
                  </a:lnTo>
                  <a:lnTo>
                    <a:pt x="731291" y="144945"/>
                  </a:lnTo>
                  <a:lnTo>
                    <a:pt x="719924" y="187363"/>
                  </a:lnTo>
                  <a:lnTo>
                    <a:pt x="718312" y="200025"/>
                  </a:lnTo>
                  <a:lnTo>
                    <a:pt x="49263" y="200025"/>
                  </a:lnTo>
                  <a:lnTo>
                    <a:pt x="12992" y="217919"/>
                  </a:lnTo>
                  <a:lnTo>
                    <a:pt x="0" y="249288"/>
                  </a:lnTo>
                  <a:lnTo>
                    <a:pt x="0" y="276225"/>
                  </a:lnTo>
                  <a:lnTo>
                    <a:pt x="723163" y="276225"/>
                  </a:lnTo>
                  <a:lnTo>
                    <a:pt x="724560" y="281800"/>
                  </a:lnTo>
                  <a:lnTo>
                    <a:pt x="740029" y="322884"/>
                  </a:lnTo>
                  <a:lnTo>
                    <a:pt x="763206" y="360172"/>
                  </a:lnTo>
                  <a:lnTo>
                    <a:pt x="793229" y="392214"/>
                  </a:lnTo>
                  <a:lnTo>
                    <a:pt x="828903" y="417791"/>
                  </a:lnTo>
                  <a:lnTo>
                    <a:pt x="868895" y="435914"/>
                  </a:lnTo>
                  <a:lnTo>
                    <a:pt x="911656" y="445884"/>
                  </a:lnTo>
                  <a:lnTo>
                    <a:pt x="933564" y="447675"/>
                  </a:lnTo>
                  <a:lnTo>
                    <a:pt x="948220" y="447675"/>
                  </a:lnTo>
                  <a:lnTo>
                    <a:pt x="991755" y="441947"/>
                  </a:lnTo>
                  <a:lnTo>
                    <a:pt x="1033322" y="427837"/>
                  </a:lnTo>
                  <a:lnTo>
                    <a:pt x="1071346" y="405879"/>
                  </a:lnTo>
                  <a:lnTo>
                    <a:pt x="1104353" y="376923"/>
                  </a:lnTo>
                  <a:lnTo>
                    <a:pt x="1131074" y="342099"/>
                  </a:lnTo>
                  <a:lnTo>
                    <a:pt x="1150493" y="302717"/>
                  </a:lnTo>
                  <a:lnTo>
                    <a:pt x="1158608" y="276225"/>
                  </a:lnTo>
                  <a:lnTo>
                    <a:pt x="1885950" y="276225"/>
                  </a:lnTo>
                  <a:lnTo>
                    <a:pt x="1885950" y="249288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11896" y="1825910"/>
            <a:ext cx="2131695" cy="242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004695" algn="l"/>
              </a:tabLst>
            </a:pPr>
            <a:r>
              <a:rPr sz="1400" b="1" spc="-33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400" b="1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87497" y="2310942"/>
            <a:ext cx="1519555" cy="18948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92455">
              <a:lnSpc>
                <a:spcPct val="107800"/>
              </a:lnSpc>
              <a:spcBef>
                <a:spcPts val="90"/>
              </a:spcBef>
            </a:pPr>
            <a:r>
              <a:rPr sz="1450" b="1" spc="-10" dirty="0">
                <a:solidFill>
                  <a:srgbClr val="262424"/>
                </a:solidFill>
                <a:latin typeface="Tahoma"/>
                <a:cs typeface="Tahoma"/>
              </a:rPr>
              <a:t>Problem </a:t>
            </a:r>
            <a:r>
              <a:rPr sz="1450" b="1" spc="-65" dirty="0">
                <a:solidFill>
                  <a:srgbClr val="262424"/>
                </a:solidFill>
                <a:latin typeface="Tahoma"/>
                <a:cs typeface="Tahoma"/>
              </a:rPr>
              <a:t>Statement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27200"/>
              </a:lnSpc>
              <a:spcBef>
                <a:spcPts val="434"/>
              </a:spcBef>
            </a:pPr>
            <a:r>
              <a:rPr sz="1150" spc="40" dirty="0">
                <a:solidFill>
                  <a:srgbClr val="262424"/>
                </a:solidFill>
                <a:latin typeface="Tahoma"/>
                <a:cs typeface="Tahoma"/>
              </a:rPr>
              <a:t>Manual </a:t>
            </a:r>
            <a:r>
              <a:rPr sz="1150" spc="45" dirty="0">
                <a:solidFill>
                  <a:srgbClr val="262424"/>
                </a:solidFill>
                <a:latin typeface="Tahoma"/>
                <a:cs typeface="Tahoma"/>
              </a:rPr>
              <a:t>recommendations</a:t>
            </a:r>
            <a:r>
              <a:rPr sz="1150" spc="-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Tahoma"/>
                <a:cs typeface="Tahoma"/>
              </a:rPr>
              <a:t>are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time-</a:t>
            </a:r>
            <a:r>
              <a:rPr sz="1150" spc="35" dirty="0">
                <a:solidFill>
                  <a:srgbClr val="262424"/>
                </a:solidFill>
                <a:latin typeface="Tahoma"/>
                <a:cs typeface="Tahoma"/>
              </a:rPr>
              <a:t>consuming, </a:t>
            </a:r>
            <a:r>
              <a:rPr sz="1150" spc="20" dirty="0">
                <a:solidFill>
                  <a:srgbClr val="262424"/>
                </a:solidFill>
                <a:latin typeface="Tahoma"/>
                <a:cs typeface="Tahoma"/>
              </a:rPr>
              <a:t>inconsistent,</a:t>
            </a:r>
            <a:r>
              <a:rPr sz="1150" spc="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spc="25" dirty="0">
                <a:solidFill>
                  <a:srgbClr val="262424"/>
                </a:solidFill>
                <a:latin typeface="Tahoma"/>
                <a:cs typeface="Tahoma"/>
              </a:rPr>
              <a:t>and </a:t>
            </a:r>
            <a:r>
              <a:rPr sz="1150" spc="65" dirty="0">
                <a:solidFill>
                  <a:srgbClr val="262424"/>
                </a:solidFill>
                <a:latin typeface="Tahoma"/>
                <a:cs typeface="Tahoma"/>
              </a:rPr>
              <a:t>scale</a:t>
            </a:r>
            <a:r>
              <a:rPr sz="115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poorly</a:t>
            </a:r>
            <a:r>
              <a:rPr sz="1150" spc="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150" spc="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262424"/>
                </a:solidFill>
                <a:latin typeface="Tahoma"/>
                <a:cs typeface="Tahoma"/>
              </a:rPr>
              <a:t>large </a:t>
            </a:r>
            <a:r>
              <a:rPr sz="1150" spc="-10" dirty="0">
                <a:solidFill>
                  <a:srgbClr val="262424"/>
                </a:solidFill>
                <a:latin typeface="Tahoma"/>
                <a:cs typeface="Tahoma"/>
              </a:rPr>
              <a:t>catalogs.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38674" y="1743074"/>
            <a:ext cx="1885950" cy="2657475"/>
            <a:chOff x="4638674" y="1743074"/>
            <a:chExt cx="1885950" cy="2657475"/>
          </a:xfrm>
        </p:grpSpPr>
        <p:sp>
          <p:nvSpPr>
            <p:cNvPr id="16" name="object 16"/>
            <p:cNvSpPr/>
            <p:nvPr/>
          </p:nvSpPr>
          <p:spPr>
            <a:xfrm>
              <a:off x="4638662" y="1963000"/>
              <a:ext cx="1885950" cy="2437765"/>
            </a:xfrm>
            <a:custGeom>
              <a:avLst/>
              <a:gdLst/>
              <a:ahLst/>
              <a:cxnLst/>
              <a:rect l="l" t="t" r="r" b="b"/>
              <a:pathLst>
                <a:path w="1885950" h="2437765">
                  <a:moveTo>
                    <a:pt x="1885950" y="75361"/>
                  </a:moveTo>
                  <a:lnTo>
                    <a:pt x="1873123" y="33020"/>
                  </a:lnTo>
                  <a:lnTo>
                    <a:pt x="1838909" y="4965"/>
                  </a:lnTo>
                  <a:lnTo>
                    <a:pt x="1820506" y="0"/>
                  </a:lnTo>
                  <a:lnTo>
                    <a:pt x="1824621" y="1092"/>
                  </a:lnTo>
                  <a:lnTo>
                    <a:pt x="1838617" y="8826"/>
                  </a:lnTo>
                  <a:lnTo>
                    <a:pt x="1862543" y="46202"/>
                  </a:lnTo>
                  <a:lnTo>
                    <a:pt x="1866900" y="75361"/>
                  </a:lnTo>
                  <a:lnTo>
                    <a:pt x="1866900" y="2384844"/>
                  </a:lnTo>
                  <a:lnTo>
                    <a:pt x="1856524" y="2409075"/>
                  </a:lnTo>
                  <a:lnTo>
                    <a:pt x="1851850" y="2412962"/>
                  </a:lnTo>
                  <a:lnTo>
                    <a:pt x="1846160" y="2416035"/>
                  </a:lnTo>
                  <a:lnTo>
                    <a:pt x="1839950" y="2417889"/>
                  </a:lnTo>
                  <a:lnTo>
                    <a:pt x="1833232" y="2418511"/>
                  </a:lnTo>
                  <a:lnTo>
                    <a:pt x="52717" y="2418511"/>
                  </a:lnTo>
                  <a:lnTo>
                    <a:pt x="46012" y="2417889"/>
                  </a:lnTo>
                  <a:lnTo>
                    <a:pt x="39801" y="2416035"/>
                  </a:lnTo>
                  <a:lnTo>
                    <a:pt x="34099" y="2412962"/>
                  </a:lnTo>
                  <a:lnTo>
                    <a:pt x="29425" y="2409088"/>
                  </a:lnTo>
                  <a:lnTo>
                    <a:pt x="28917" y="2408656"/>
                  </a:lnTo>
                  <a:lnTo>
                    <a:pt x="24612" y="2403462"/>
                  </a:lnTo>
                  <a:lnTo>
                    <a:pt x="21526" y="2397760"/>
                  </a:lnTo>
                  <a:lnTo>
                    <a:pt x="19672" y="2391549"/>
                  </a:lnTo>
                  <a:lnTo>
                    <a:pt x="19050" y="2384844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391829"/>
                  </a:lnTo>
                  <a:lnTo>
                    <a:pt x="1333" y="2398560"/>
                  </a:lnTo>
                  <a:lnTo>
                    <a:pt x="6692" y="2411476"/>
                  </a:lnTo>
                  <a:lnTo>
                    <a:pt x="10502" y="2417178"/>
                  </a:lnTo>
                  <a:lnTo>
                    <a:pt x="15443" y="2422118"/>
                  </a:lnTo>
                  <a:lnTo>
                    <a:pt x="20383" y="2427059"/>
                  </a:lnTo>
                  <a:lnTo>
                    <a:pt x="26085" y="2430869"/>
                  </a:lnTo>
                  <a:lnTo>
                    <a:pt x="39001" y="2436228"/>
                  </a:lnTo>
                  <a:lnTo>
                    <a:pt x="45732" y="2437561"/>
                  </a:lnTo>
                  <a:lnTo>
                    <a:pt x="1840217" y="2437561"/>
                  </a:lnTo>
                  <a:lnTo>
                    <a:pt x="1846948" y="2436228"/>
                  </a:lnTo>
                  <a:lnTo>
                    <a:pt x="1859864" y="2430869"/>
                  </a:lnTo>
                  <a:lnTo>
                    <a:pt x="1865566" y="2427059"/>
                  </a:lnTo>
                  <a:lnTo>
                    <a:pt x="1870036" y="2422588"/>
                  </a:lnTo>
                  <a:lnTo>
                    <a:pt x="1870506" y="2422118"/>
                  </a:lnTo>
                  <a:lnTo>
                    <a:pt x="1875447" y="2417178"/>
                  </a:lnTo>
                  <a:lnTo>
                    <a:pt x="1879257" y="2411476"/>
                  </a:lnTo>
                  <a:lnTo>
                    <a:pt x="1884616" y="2398560"/>
                  </a:lnTo>
                  <a:lnTo>
                    <a:pt x="1885950" y="2391829"/>
                  </a:lnTo>
                  <a:lnTo>
                    <a:pt x="188595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38675" y="1743074"/>
              <a:ext cx="1885950" cy="447675"/>
            </a:xfrm>
            <a:custGeom>
              <a:avLst/>
              <a:gdLst/>
              <a:ahLst/>
              <a:cxnLst/>
              <a:rect l="l" t="t" r="r" b="b"/>
              <a:pathLst>
                <a:path w="1885950" h="447675">
                  <a:moveTo>
                    <a:pt x="1885950" y="249288"/>
                  </a:moveTo>
                  <a:lnTo>
                    <a:pt x="1868055" y="213017"/>
                  </a:lnTo>
                  <a:lnTo>
                    <a:pt x="1836686" y="200025"/>
                  </a:lnTo>
                  <a:lnTo>
                    <a:pt x="1172984" y="200025"/>
                  </a:lnTo>
                  <a:lnTo>
                    <a:pt x="1172464" y="194602"/>
                  </a:lnTo>
                  <a:lnTo>
                    <a:pt x="1162481" y="151841"/>
                  </a:lnTo>
                  <a:lnTo>
                    <a:pt x="1144371" y="111848"/>
                  </a:lnTo>
                  <a:lnTo>
                    <a:pt x="1118781" y="76174"/>
                  </a:lnTo>
                  <a:lnTo>
                    <a:pt x="1086751" y="46151"/>
                  </a:lnTo>
                  <a:lnTo>
                    <a:pt x="1049464" y="22974"/>
                  </a:lnTo>
                  <a:lnTo>
                    <a:pt x="1008380" y="7505"/>
                  </a:lnTo>
                  <a:lnTo>
                    <a:pt x="965060" y="355"/>
                  </a:lnTo>
                  <a:lnTo>
                    <a:pt x="957745" y="0"/>
                  </a:lnTo>
                  <a:lnTo>
                    <a:pt x="933564" y="0"/>
                  </a:lnTo>
                  <a:lnTo>
                    <a:pt x="890028" y="5727"/>
                  </a:lnTo>
                  <a:lnTo>
                    <a:pt x="848461" y="19850"/>
                  </a:lnTo>
                  <a:lnTo>
                    <a:pt x="810437" y="41795"/>
                  </a:lnTo>
                  <a:lnTo>
                    <a:pt x="777417" y="70739"/>
                  </a:lnTo>
                  <a:lnTo>
                    <a:pt x="750697" y="105575"/>
                  </a:lnTo>
                  <a:lnTo>
                    <a:pt x="731291" y="144945"/>
                  </a:lnTo>
                  <a:lnTo>
                    <a:pt x="719924" y="187363"/>
                  </a:lnTo>
                  <a:lnTo>
                    <a:pt x="718312" y="200025"/>
                  </a:lnTo>
                  <a:lnTo>
                    <a:pt x="49263" y="200025"/>
                  </a:lnTo>
                  <a:lnTo>
                    <a:pt x="12992" y="217919"/>
                  </a:lnTo>
                  <a:lnTo>
                    <a:pt x="0" y="249288"/>
                  </a:lnTo>
                  <a:lnTo>
                    <a:pt x="0" y="276225"/>
                  </a:lnTo>
                  <a:lnTo>
                    <a:pt x="723163" y="276225"/>
                  </a:lnTo>
                  <a:lnTo>
                    <a:pt x="724560" y="281800"/>
                  </a:lnTo>
                  <a:lnTo>
                    <a:pt x="740029" y="322884"/>
                  </a:lnTo>
                  <a:lnTo>
                    <a:pt x="763206" y="360172"/>
                  </a:lnTo>
                  <a:lnTo>
                    <a:pt x="793229" y="392214"/>
                  </a:lnTo>
                  <a:lnTo>
                    <a:pt x="828903" y="417791"/>
                  </a:lnTo>
                  <a:lnTo>
                    <a:pt x="868895" y="435914"/>
                  </a:lnTo>
                  <a:lnTo>
                    <a:pt x="911656" y="445884"/>
                  </a:lnTo>
                  <a:lnTo>
                    <a:pt x="933564" y="447675"/>
                  </a:lnTo>
                  <a:lnTo>
                    <a:pt x="957745" y="447675"/>
                  </a:lnTo>
                  <a:lnTo>
                    <a:pt x="1001280" y="441947"/>
                  </a:lnTo>
                  <a:lnTo>
                    <a:pt x="1042847" y="427837"/>
                  </a:lnTo>
                  <a:lnTo>
                    <a:pt x="1080871" y="405879"/>
                  </a:lnTo>
                  <a:lnTo>
                    <a:pt x="1113878" y="376923"/>
                  </a:lnTo>
                  <a:lnTo>
                    <a:pt x="1140587" y="342099"/>
                  </a:lnTo>
                  <a:lnTo>
                    <a:pt x="1160005" y="302717"/>
                  </a:lnTo>
                  <a:lnTo>
                    <a:pt x="1168133" y="276225"/>
                  </a:lnTo>
                  <a:lnTo>
                    <a:pt x="1885950" y="276225"/>
                  </a:lnTo>
                  <a:lnTo>
                    <a:pt x="1885950" y="249288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513438" y="1825910"/>
            <a:ext cx="142240" cy="242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b="1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98021" y="2323210"/>
            <a:ext cx="1395730" cy="1653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10" dirty="0">
                <a:solidFill>
                  <a:srgbClr val="262424"/>
                </a:solidFill>
                <a:latin typeface="Tahoma"/>
                <a:cs typeface="Tahoma"/>
              </a:rPr>
              <a:t>Objectives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27200"/>
              </a:lnSpc>
              <a:spcBef>
                <a:spcPts val="509"/>
              </a:spcBef>
            </a:pP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Deliver</a:t>
            </a:r>
            <a:r>
              <a:rPr sz="1150" spc="17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Tahoma"/>
                <a:cs typeface="Tahoma"/>
              </a:rPr>
              <a:t>interactive, </a:t>
            </a:r>
            <a:r>
              <a:rPr sz="1150" spc="45" dirty="0">
                <a:solidFill>
                  <a:srgbClr val="262424"/>
                </a:solidFill>
                <a:latin typeface="Tahoma"/>
                <a:cs typeface="Tahoma"/>
              </a:rPr>
              <a:t>scalable </a:t>
            </a:r>
            <a:r>
              <a:rPr sz="1150" spc="35" dirty="0">
                <a:solidFill>
                  <a:srgbClr val="262424"/>
                </a:solidFill>
                <a:latin typeface="Tahoma"/>
                <a:cs typeface="Tahoma"/>
              </a:rPr>
              <a:t>recommendations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with</a:t>
            </a:r>
            <a:r>
              <a:rPr sz="115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intuitive</a:t>
            </a:r>
            <a:r>
              <a:rPr sz="11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UI</a:t>
            </a:r>
            <a:r>
              <a:rPr sz="11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Tahoma"/>
                <a:cs typeface="Tahoma"/>
              </a:rPr>
              <a:t>for </a:t>
            </a:r>
            <a:r>
              <a:rPr sz="1150" spc="10" dirty="0">
                <a:solidFill>
                  <a:srgbClr val="262424"/>
                </a:solidFill>
                <a:latin typeface="Tahoma"/>
                <a:cs typeface="Tahoma"/>
              </a:rPr>
              <a:t>evaluators</a:t>
            </a:r>
            <a:r>
              <a:rPr sz="11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150" spc="40" dirty="0">
                <a:solidFill>
                  <a:srgbClr val="262424"/>
                </a:solidFill>
                <a:latin typeface="Tahoma"/>
                <a:cs typeface="Tahoma"/>
              </a:rPr>
              <a:t> non- </a:t>
            </a:r>
            <a:r>
              <a:rPr sz="1150" spc="45" dirty="0">
                <a:solidFill>
                  <a:srgbClr val="262424"/>
                </a:solidFill>
                <a:latin typeface="Tahoma"/>
                <a:cs typeface="Tahoma"/>
              </a:rPr>
              <a:t>technical</a:t>
            </a:r>
            <a:r>
              <a:rPr sz="1150" spc="-7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Tahoma"/>
                <a:cs typeface="Tahoma"/>
              </a:rPr>
              <a:t>users.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9124" y="4524375"/>
            <a:ext cx="5905500" cy="1304925"/>
            <a:chOff x="619124" y="4524375"/>
            <a:chExt cx="5905500" cy="1304925"/>
          </a:xfrm>
        </p:grpSpPr>
        <p:sp>
          <p:nvSpPr>
            <p:cNvPr id="21" name="object 21"/>
            <p:cNvSpPr/>
            <p:nvPr/>
          </p:nvSpPr>
          <p:spPr>
            <a:xfrm>
              <a:off x="619112" y="4753825"/>
              <a:ext cx="5905500" cy="1075690"/>
            </a:xfrm>
            <a:custGeom>
              <a:avLst/>
              <a:gdLst/>
              <a:ahLst/>
              <a:cxnLst/>
              <a:rect l="l" t="t" r="r" b="b"/>
              <a:pathLst>
                <a:path w="5905500" h="1075689">
                  <a:moveTo>
                    <a:pt x="5905500" y="75361"/>
                  </a:moveTo>
                  <a:lnTo>
                    <a:pt x="5892673" y="33020"/>
                  </a:lnTo>
                  <a:lnTo>
                    <a:pt x="5858459" y="4965"/>
                  </a:lnTo>
                  <a:lnTo>
                    <a:pt x="5840057" y="0"/>
                  </a:lnTo>
                  <a:lnTo>
                    <a:pt x="5844171" y="1092"/>
                  </a:lnTo>
                  <a:lnTo>
                    <a:pt x="5858167" y="8826"/>
                  </a:lnTo>
                  <a:lnTo>
                    <a:pt x="5882094" y="46202"/>
                  </a:lnTo>
                  <a:lnTo>
                    <a:pt x="5886450" y="75361"/>
                  </a:lnTo>
                  <a:lnTo>
                    <a:pt x="5886450" y="1022756"/>
                  </a:lnTo>
                  <a:lnTo>
                    <a:pt x="5876074" y="1047000"/>
                  </a:lnTo>
                  <a:lnTo>
                    <a:pt x="5871400" y="1050886"/>
                  </a:lnTo>
                  <a:lnTo>
                    <a:pt x="5865711" y="1053960"/>
                  </a:lnTo>
                  <a:lnTo>
                    <a:pt x="5859500" y="1055814"/>
                  </a:lnTo>
                  <a:lnTo>
                    <a:pt x="5852782" y="1056436"/>
                  </a:lnTo>
                  <a:lnTo>
                    <a:pt x="52730" y="1056436"/>
                  </a:lnTo>
                  <a:lnTo>
                    <a:pt x="46012" y="1055814"/>
                  </a:lnTo>
                  <a:lnTo>
                    <a:pt x="39801" y="1053960"/>
                  </a:lnTo>
                  <a:lnTo>
                    <a:pt x="34099" y="1050886"/>
                  </a:lnTo>
                  <a:lnTo>
                    <a:pt x="29425" y="1047013"/>
                  </a:lnTo>
                  <a:lnTo>
                    <a:pt x="28917" y="1046568"/>
                  </a:lnTo>
                  <a:lnTo>
                    <a:pt x="24599" y="1041387"/>
                  </a:lnTo>
                  <a:lnTo>
                    <a:pt x="21526" y="1035685"/>
                  </a:lnTo>
                  <a:lnTo>
                    <a:pt x="19672" y="1029474"/>
                  </a:lnTo>
                  <a:lnTo>
                    <a:pt x="19050" y="1022756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029754"/>
                  </a:lnTo>
                  <a:lnTo>
                    <a:pt x="20396" y="1064983"/>
                  </a:lnTo>
                  <a:lnTo>
                    <a:pt x="45732" y="1075486"/>
                  </a:lnTo>
                  <a:lnTo>
                    <a:pt x="5859767" y="1075486"/>
                  </a:lnTo>
                  <a:lnTo>
                    <a:pt x="5866498" y="1074140"/>
                  </a:lnTo>
                  <a:lnTo>
                    <a:pt x="5879414" y="1068793"/>
                  </a:lnTo>
                  <a:lnTo>
                    <a:pt x="5885116" y="1064983"/>
                  </a:lnTo>
                  <a:lnTo>
                    <a:pt x="5889587" y="1060513"/>
                  </a:lnTo>
                  <a:lnTo>
                    <a:pt x="5890057" y="1060043"/>
                  </a:lnTo>
                  <a:lnTo>
                    <a:pt x="5894997" y="1055103"/>
                  </a:lnTo>
                  <a:lnTo>
                    <a:pt x="5898807" y="1049388"/>
                  </a:lnTo>
                  <a:lnTo>
                    <a:pt x="5904166" y="1036472"/>
                  </a:lnTo>
                  <a:lnTo>
                    <a:pt x="5905500" y="1029754"/>
                  </a:lnTo>
                  <a:lnTo>
                    <a:pt x="590550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9125" y="4524374"/>
              <a:ext cx="5905500" cy="447675"/>
            </a:xfrm>
            <a:custGeom>
              <a:avLst/>
              <a:gdLst/>
              <a:ahLst/>
              <a:cxnLst/>
              <a:rect l="l" t="t" r="r" b="b"/>
              <a:pathLst>
                <a:path w="5905500" h="447675">
                  <a:moveTo>
                    <a:pt x="5905500" y="258813"/>
                  </a:moveTo>
                  <a:lnTo>
                    <a:pt x="5887605" y="222542"/>
                  </a:lnTo>
                  <a:lnTo>
                    <a:pt x="5856236" y="209550"/>
                  </a:lnTo>
                  <a:lnTo>
                    <a:pt x="3174161" y="209550"/>
                  </a:lnTo>
                  <a:lnTo>
                    <a:pt x="3174149" y="209194"/>
                  </a:lnTo>
                  <a:lnTo>
                    <a:pt x="3166999" y="165874"/>
                  </a:lnTo>
                  <a:lnTo>
                    <a:pt x="3151530" y="124777"/>
                  </a:lnTo>
                  <a:lnTo>
                    <a:pt x="3128353" y="87503"/>
                  </a:lnTo>
                  <a:lnTo>
                    <a:pt x="3098330" y="55460"/>
                  </a:lnTo>
                  <a:lnTo>
                    <a:pt x="3062655" y="29883"/>
                  </a:lnTo>
                  <a:lnTo>
                    <a:pt x="3022663" y="11760"/>
                  </a:lnTo>
                  <a:lnTo>
                    <a:pt x="2979902" y="1790"/>
                  </a:lnTo>
                  <a:lnTo>
                    <a:pt x="2957995" y="0"/>
                  </a:lnTo>
                  <a:lnTo>
                    <a:pt x="2943339" y="0"/>
                  </a:lnTo>
                  <a:lnTo>
                    <a:pt x="2899803" y="5727"/>
                  </a:lnTo>
                  <a:lnTo>
                    <a:pt x="2858236" y="19850"/>
                  </a:lnTo>
                  <a:lnTo>
                    <a:pt x="2820212" y="41795"/>
                  </a:lnTo>
                  <a:lnTo>
                    <a:pt x="2787205" y="70739"/>
                  </a:lnTo>
                  <a:lnTo>
                    <a:pt x="2760484" y="105575"/>
                  </a:lnTo>
                  <a:lnTo>
                    <a:pt x="2741066" y="144945"/>
                  </a:lnTo>
                  <a:lnTo>
                    <a:pt x="2729700" y="187363"/>
                  </a:lnTo>
                  <a:lnTo>
                    <a:pt x="2727160" y="209550"/>
                  </a:lnTo>
                  <a:lnTo>
                    <a:pt x="49250" y="209550"/>
                  </a:lnTo>
                  <a:lnTo>
                    <a:pt x="12992" y="227444"/>
                  </a:lnTo>
                  <a:lnTo>
                    <a:pt x="0" y="258813"/>
                  </a:lnTo>
                  <a:lnTo>
                    <a:pt x="0" y="285750"/>
                  </a:lnTo>
                  <a:lnTo>
                    <a:pt x="2735529" y="285750"/>
                  </a:lnTo>
                  <a:lnTo>
                    <a:pt x="2738602" y="295821"/>
                  </a:lnTo>
                  <a:lnTo>
                    <a:pt x="2756712" y="335813"/>
                  </a:lnTo>
                  <a:lnTo>
                    <a:pt x="2782290" y="371500"/>
                  </a:lnTo>
                  <a:lnTo>
                    <a:pt x="2814332" y="401510"/>
                  </a:lnTo>
                  <a:lnTo>
                    <a:pt x="2851620" y="424700"/>
                  </a:lnTo>
                  <a:lnTo>
                    <a:pt x="2892704" y="440182"/>
                  </a:lnTo>
                  <a:lnTo>
                    <a:pt x="2936024" y="447319"/>
                  </a:lnTo>
                  <a:lnTo>
                    <a:pt x="2943339" y="447675"/>
                  </a:lnTo>
                  <a:lnTo>
                    <a:pt x="2957995" y="447675"/>
                  </a:lnTo>
                  <a:lnTo>
                    <a:pt x="3001530" y="441947"/>
                  </a:lnTo>
                  <a:lnTo>
                    <a:pt x="3043097" y="427837"/>
                  </a:lnTo>
                  <a:lnTo>
                    <a:pt x="3081121" y="405892"/>
                  </a:lnTo>
                  <a:lnTo>
                    <a:pt x="3114129" y="376923"/>
                  </a:lnTo>
                  <a:lnTo>
                    <a:pt x="3140849" y="342099"/>
                  </a:lnTo>
                  <a:lnTo>
                    <a:pt x="3160268" y="302729"/>
                  </a:lnTo>
                  <a:lnTo>
                    <a:pt x="3165792" y="285750"/>
                  </a:lnTo>
                  <a:lnTo>
                    <a:pt x="5905500" y="285750"/>
                  </a:lnTo>
                  <a:lnTo>
                    <a:pt x="5905500" y="258813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500234" y="4616735"/>
            <a:ext cx="147955" cy="242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b="1" spc="2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7130" y="5104512"/>
            <a:ext cx="4112260" cy="5391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-70" dirty="0">
                <a:solidFill>
                  <a:srgbClr val="262424"/>
                </a:solidFill>
                <a:latin typeface="Tahoma"/>
                <a:cs typeface="Tahoma"/>
              </a:rPr>
              <a:t>Real-</a:t>
            </a:r>
            <a:r>
              <a:rPr sz="1450" b="1" spc="-55" dirty="0">
                <a:solidFill>
                  <a:srgbClr val="262424"/>
                </a:solidFill>
                <a:latin typeface="Tahoma"/>
                <a:cs typeface="Tahoma"/>
              </a:rPr>
              <a:t>World</a:t>
            </a:r>
            <a:r>
              <a:rPr sz="1450" b="1" spc="-1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262424"/>
                </a:solidFill>
                <a:latin typeface="Tahoma"/>
                <a:cs typeface="Tahoma"/>
              </a:rPr>
              <a:t>Application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150" spc="70" dirty="0">
                <a:solidFill>
                  <a:srgbClr val="262424"/>
                </a:solidFill>
                <a:latin typeface="Tahoma"/>
                <a:cs typeface="Tahoma"/>
              </a:rPr>
              <a:t>E-</a:t>
            </a:r>
            <a:r>
              <a:rPr sz="1150" spc="65" dirty="0">
                <a:solidFill>
                  <a:srgbClr val="262424"/>
                </a:solidFill>
                <a:latin typeface="Tahoma"/>
                <a:cs typeface="Tahoma"/>
              </a:rPr>
              <a:t>commerce</a:t>
            </a:r>
            <a:r>
              <a:rPr sz="11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262424"/>
                </a:solidFill>
                <a:latin typeface="Tahoma"/>
                <a:cs typeface="Tahoma"/>
              </a:rPr>
              <a:t>product</a:t>
            </a:r>
            <a:r>
              <a:rPr sz="11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262424"/>
                </a:solidFill>
                <a:latin typeface="Tahoma"/>
                <a:cs typeface="Tahoma"/>
              </a:rPr>
              <a:t>discovery</a:t>
            </a:r>
            <a:r>
              <a:rPr sz="11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150" spc="-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262424"/>
                </a:solidFill>
                <a:latin typeface="Tahoma"/>
                <a:cs typeface="Tahoma"/>
              </a:rPr>
              <a:t>personalized</a:t>
            </a:r>
            <a:r>
              <a:rPr sz="1150" spc="-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Tahoma"/>
                <a:cs typeface="Tahoma"/>
              </a:rPr>
              <a:t>browsing.</a:t>
            </a:r>
            <a:endParaRPr sz="1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129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35"/>
              </a:spcBef>
            </a:pPr>
            <a:r>
              <a:rPr dirty="0"/>
              <a:t>Scops</a:t>
            </a:r>
            <a:r>
              <a:rPr spc="-285" dirty="0"/>
              <a:t> </a:t>
            </a:r>
            <a:r>
              <a:rPr spc="515" dirty="0"/>
              <a:t>s</a:t>
            </a:r>
            <a:r>
              <a:rPr spc="-285" dirty="0"/>
              <a:t> </a:t>
            </a:r>
            <a:r>
              <a:rPr spc="-65" dirty="0"/>
              <a:t>Rsquirsmsnts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1400175"/>
            <a:ext cx="3333749" cy="44386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4350" y="1748955"/>
            <a:ext cx="85725" cy="857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56328" y="1635886"/>
            <a:ext cx="5742940" cy="3916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Scope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800"/>
              </a:lnSpc>
              <a:spcBef>
                <a:spcPts val="1135"/>
              </a:spcBef>
            </a:pP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Interactive</a:t>
            </a:r>
            <a:r>
              <a:rPr sz="1300" spc="1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dashboard,</a:t>
            </a:r>
            <a:r>
              <a:rPr sz="1300" spc="1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recommendations,</a:t>
            </a:r>
            <a:r>
              <a:rPr sz="1300" spc="1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filtering,</a:t>
            </a:r>
            <a:r>
              <a:rPr sz="1300" spc="1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visual</a:t>
            </a:r>
            <a:r>
              <a:rPr sz="1300" spc="1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analytics</a:t>
            </a:r>
            <a:r>
              <a:rPr sz="1300" spc="1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300" spc="1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262424"/>
                </a:solidFill>
                <a:latin typeface="Tahoma"/>
                <a:cs typeface="Tahoma"/>
              </a:rPr>
              <a:t>1,000 products.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50" b="1" spc="-85" dirty="0">
                <a:solidFill>
                  <a:srgbClr val="262424"/>
                </a:solidFill>
                <a:latin typeface="Tahoma"/>
                <a:cs typeface="Tahoma"/>
              </a:rPr>
              <a:t>Functional</a:t>
            </a:r>
            <a:r>
              <a:rPr sz="1650" b="1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Requirements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1300" spc="45" dirty="0">
                <a:solidFill>
                  <a:srgbClr val="262424"/>
                </a:solidFill>
                <a:latin typeface="Tahoma"/>
                <a:cs typeface="Tahoma"/>
              </a:rPr>
              <a:t>Category</a:t>
            </a:r>
            <a:r>
              <a:rPr sz="1300" spc="-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262424"/>
                </a:solidFill>
                <a:latin typeface="Tahoma"/>
                <a:cs typeface="Tahoma"/>
              </a:rPr>
              <a:t>selection,</a:t>
            </a:r>
            <a:r>
              <a:rPr sz="1300" spc="-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262424"/>
                </a:solidFill>
                <a:latin typeface="Tahoma"/>
                <a:cs typeface="Tahoma"/>
              </a:rPr>
              <a:t>top</a:t>
            </a:r>
            <a:r>
              <a:rPr sz="1300" spc="-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262424"/>
                </a:solidFill>
                <a:latin typeface="Tahoma"/>
                <a:cs typeface="Tahoma"/>
              </a:rPr>
              <a:t>recommendations,</a:t>
            </a:r>
            <a:r>
              <a:rPr sz="1300" spc="-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262424"/>
                </a:solidFill>
                <a:latin typeface="Tahoma"/>
                <a:cs typeface="Tahoma"/>
              </a:rPr>
              <a:t>interactive</a:t>
            </a:r>
            <a:r>
              <a:rPr sz="1300" spc="-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20" dirty="0">
                <a:solidFill>
                  <a:srgbClr val="262424"/>
                </a:solidFill>
                <a:latin typeface="Tahoma"/>
                <a:cs typeface="Tahoma"/>
              </a:rPr>
              <a:t>charts,</a:t>
            </a:r>
            <a:r>
              <a:rPr sz="1300" spc="-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120" dirty="0">
                <a:solidFill>
                  <a:srgbClr val="262424"/>
                </a:solidFill>
                <a:latin typeface="Tahoma"/>
                <a:cs typeface="Tahoma"/>
              </a:rPr>
              <a:t>CSV</a:t>
            </a:r>
            <a:r>
              <a:rPr sz="1300" spc="-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262424"/>
                </a:solidFill>
                <a:latin typeface="Tahoma"/>
                <a:cs typeface="Tahoma"/>
              </a:rPr>
              <a:t>import.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50" b="1" spc="-65" dirty="0">
                <a:solidFill>
                  <a:srgbClr val="262424"/>
                </a:solidFill>
                <a:latin typeface="Tahoma"/>
                <a:cs typeface="Tahoma"/>
              </a:rPr>
              <a:t>Non-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Functional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Responsive</a:t>
            </a:r>
            <a:r>
              <a:rPr sz="1300" spc="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Streamlit</a:t>
            </a:r>
            <a:r>
              <a:rPr sz="1300" spc="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-30" dirty="0">
                <a:solidFill>
                  <a:srgbClr val="262424"/>
                </a:solidFill>
                <a:latin typeface="Tahoma"/>
                <a:cs typeface="Tahoma"/>
              </a:rPr>
              <a:t>UI,</a:t>
            </a:r>
            <a:r>
              <a:rPr sz="1300" spc="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fast</a:t>
            </a:r>
            <a:r>
              <a:rPr sz="1300" spc="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filtering,</a:t>
            </a:r>
            <a:r>
              <a:rPr sz="1300" spc="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reproducible</a:t>
            </a:r>
            <a:r>
              <a:rPr sz="1300" spc="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262424"/>
                </a:solidFill>
                <a:latin typeface="Tahoma"/>
                <a:cs typeface="Tahoma"/>
              </a:rPr>
              <a:t>pipeline.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50" b="1" spc="-90" dirty="0">
                <a:solidFill>
                  <a:srgbClr val="262424"/>
                </a:solidFill>
                <a:latin typeface="Tahoma"/>
                <a:cs typeface="Tahoma"/>
              </a:rPr>
              <a:t>Project</a:t>
            </a:r>
            <a:r>
              <a:rPr sz="1650" b="1" spc="-16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Workflow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Define</a:t>
            </a:r>
            <a:r>
              <a:rPr sz="130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-60" dirty="0">
                <a:solidFill>
                  <a:srgbClr val="262424"/>
                </a:solidFill>
                <a:latin typeface="Tahoma"/>
                <a:cs typeface="Tahoma"/>
              </a:rPr>
              <a:t>→</a:t>
            </a:r>
            <a:r>
              <a:rPr sz="130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262424"/>
                </a:solidFill>
                <a:latin typeface="Tahoma"/>
                <a:cs typeface="Tahoma"/>
              </a:rPr>
              <a:t>Prep</a:t>
            </a:r>
            <a:r>
              <a:rPr sz="130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sz="130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-60" dirty="0">
                <a:solidFill>
                  <a:srgbClr val="262424"/>
                </a:solidFill>
                <a:latin typeface="Tahoma"/>
                <a:cs typeface="Tahoma"/>
              </a:rPr>
              <a:t>→</a:t>
            </a:r>
            <a:r>
              <a:rPr sz="130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Build</a:t>
            </a:r>
            <a:r>
              <a:rPr sz="130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modules</a:t>
            </a:r>
            <a:r>
              <a:rPr sz="130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-60" dirty="0">
                <a:solidFill>
                  <a:srgbClr val="262424"/>
                </a:solidFill>
                <a:latin typeface="Tahoma"/>
                <a:cs typeface="Tahoma"/>
              </a:rPr>
              <a:t>→</a:t>
            </a:r>
            <a:r>
              <a:rPr sz="130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Evaluate</a:t>
            </a:r>
            <a:r>
              <a:rPr sz="130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-60" dirty="0">
                <a:solidFill>
                  <a:srgbClr val="262424"/>
                </a:solidFill>
                <a:latin typeface="Tahoma"/>
                <a:cs typeface="Tahoma"/>
              </a:rPr>
              <a:t>→</a:t>
            </a:r>
            <a:r>
              <a:rPr sz="130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262424"/>
                </a:solidFill>
                <a:latin typeface="Tahoma"/>
                <a:cs typeface="Tahoma"/>
              </a:rPr>
              <a:t>Document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4350" y="2996730"/>
            <a:ext cx="85725" cy="857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4350" y="3996854"/>
            <a:ext cx="85725" cy="762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4350" y="4987455"/>
            <a:ext cx="85725" cy="85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1618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135"/>
              </a:spcBef>
            </a:pPr>
            <a:r>
              <a:rPr sz="3450" spc="-110" dirty="0"/>
              <a:t>Milestone</a:t>
            </a:r>
            <a:r>
              <a:rPr sz="3450" spc="-370" dirty="0"/>
              <a:t> </a:t>
            </a:r>
            <a:r>
              <a:rPr sz="3450" spc="-30" dirty="0"/>
              <a:t>2</a:t>
            </a:r>
            <a:r>
              <a:rPr sz="3450" spc="-370" dirty="0"/>
              <a:t> </a:t>
            </a:r>
            <a:r>
              <a:rPr sz="3450" spc="345" dirty="0"/>
              <a:t>—</a:t>
            </a:r>
            <a:r>
              <a:rPr sz="3450" spc="-365" dirty="0"/>
              <a:t> </a:t>
            </a:r>
            <a:r>
              <a:rPr sz="3450" spc="-145" dirty="0"/>
              <a:t>Dataset</a:t>
            </a:r>
            <a:r>
              <a:rPr sz="3450" spc="-370" dirty="0"/>
              <a:t> </a:t>
            </a:r>
            <a:r>
              <a:rPr sz="3450" spc="-80" dirty="0"/>
              <a:t>Overview</a:t>
            </a:r>
            <a:endParaRPr sz="3450"/>
          </a:p>
        </p:txBody>
      </p:sp>
      <p:sp>
        <p:nvSpPr>
          <p:cNvPr id="3" name="object 3"/>
          <p:cNvSpPr txBox="1"/>
          <p:nvPr/>
        </p:nvSpPr>
        <p:spPr>
          <a:xfrm>
            <a:off x="607466" y="1858010"/>
            <a:ext cx="798195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262525"/>
                </a:solidFill>
                <a:latin typeface="Tahoma"/>
                <a:cs typeface="Tahoma"/>
              </a:rPr>
              <a:t>Dataset: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525"/>
                </a:solidFill>
                <a:latin typeface="Tahoma"/>
                <a:cs typeface="Tahoma"/>
              </a:rPr>
              <a:t>1,000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 product</a:t>
            </a:r>
            <a:r>
              <a:rPr sz="1400" spc="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records. Source:</a:t>
            </a:r>
            <a:r>
              <a:rPr sz="1400" spc="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114" dirty="0">
                <a:solidFill>
                  <a:srgbClr val="262525"/>
                </a:solidFill>
                <a:latin typeface="Tahoma"/>
                <a:cs typeface="Tahoma"/>
              </a:rPr>
              <a:t>CSV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 (sample</a:t>
            </a:r>
            <a:r>
              <a:rPr sz="1400" spc="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62525"/>
                </a:solidFill>
                <a:latin typeface="Tahoma"/>
                <a:cs typeface="Tahoma"/>
              </a:rPr>
              <a:t>academic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 dataset).</a:t>
            </a:r>
            <a:r>
              <a:rPr sz="1400" spc="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Key features</a:t>
            </a:r>
            <a:r>
              <a:rPr sz="1400" spc="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listed </a:t>
            </a:r>
            <a:r>
              <a:rPr sz="1400" spc="-10" dirty="0">
                <a:solidFill>
                  <a:srgbClr val="262525"/>
                </a:solidFill>
                <a:latin typeface="Tahoma"/>
                <a:cs typeface="Tahoma"/>
              </a:rPr>
              <a:t>below.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1275" y="2331460"/>
            <a:ext cx="370205" cy="339725"/>
            <a:chOff x="611275" y="2331460"/>
            <a:chExt cx="370205" cy="3397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275" y="2331460"/>
              <a:ext cx="370058" cy="3396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19124" y="2361699"/>
              <a:ext cx="313690" cy="301625"/>
            </a:xfrm>
            <a:custGeom>
              <a:avLst/>
              <a:gdLst/>
              <a:ahLst/>
              <a:cxnLst/>
              <a:rect l="l" t="t" r="r" b="b"/>
              <a:pathLst>
                <a:path w="313690" h="301625">
                  <a:moveTo>
                    <a:pt x="313527" y="301549"/>
                  </a:moveTo>
                  <a:lnTo>
                    <a:pt x="32635" y="301550"/>
                  </a:lnTo>
                </a:path>
                <a:path w="313690" h="301625">
                  <a:moveTo>
                    <a:pt x="210188" y="0"/>
                  </a:moveTo>
                  <a:lnTo>
                    <a:pt x="207616" y="31911"/>
                  </a:lnTo>
                </a:path>
                <a:path w="313690" h="301625">
                  <a:moveTo>
                    <a:pt x="0" y="260008"/>
                  </a:moveTo>
                  <a:lnTo>
                    <a:pt x="34" y="69477"/>
                  </a:lnTo>
                </a:path>
                <a:path w="313690" h="301625">
                  <a:moveTo>
                    <a:pt x="38597" y="38331"/>
                  </a:moveTo>
                  <a:lnTo>
                    <a:pt x="147307" y="38308"/>
                  </a:lnTo>
                </a:path>
                <a:path w="313690" h="301625">
                  <a:moveTo>
                    <a:pt x="50128" y="262686"/>
                  </a:moveTo>
                  <a:lnTo>
                    <a:pt x="155069" y="262698"/>
                  </a:lnTo>
                </a:path>
                <a:path w="313690" h="301625">
                  <a:moveTo>
                    <a:pt x="126266" y="187580"/>
                  </a:moveTo>
                  <a:lnTo>
                    <a:pt x="79239" y="187671"/>
                  </a:lnTo>
                </a:path>
              </a:pathLst>
            </a:custGeom>
            <a:ln w="15699">
              <a:solidFill>
                <a:srgbClr val="494F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83282" y="2375693"/>
            <a:ext cx="2783840" cy="644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80" dirty="0">
                <a:solidFill>
                  <a:srgbClr val="262525"/>
                </a:solidFill>
                <a:latin typeface="Tahoma"/>
                <a:cs typeface="Tahoma"/>
              </a:rPr>
              <a:t>Product</a:t>
            </a:r>
            <a:r>
              <a:rPr sz="1750" b="1" spc="-15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750" b="1" spc="-25" dirty="0">
                <a:solidFill>
                  <a:srgbClr val="262525"/>
                </a:solidFill>
                <a:latin typeface="Tahoma"/>
                <a:cs typeface="Tahoma"/>
              </a:rPr>
              <a:t>ID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Unique</a:t>
            </a:r>
            <a:r>
              <a:rPr sz="1400" spc="-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identifier</a:t>
            </a:r>
            <a:r>
              <a:rPr sz="1400" spc="-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for</a:t>
            </a:r>
            <a:r>
              <a:rPr sz="1400" spc="-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62525"/>
                </a:solidFill>
                <a:latin typeface="Tahoma"/>
                <a:cs typeface="Tahoma"/>
              </a:rPr>
              <a:t>each</a:t>
            </a:r>
            <a:r>
              <a:rPr sz="1400" spc="-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525"/>
                </a:solidFill>
                <a:latin typeface="Tahoma"/>
                <a:cs typeface="Tahoma"/>
              </a:rPr>
              <a:t>product.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1441" y="2319282"/>
            <a:ext cx="370348" cy="36406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388843" y="2375693"/>
            <a:ext cx="4050029" cy="644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80" dirty="0">
                <a:solidFill>
                  <a:srgbClr val="262525"/>
                </a:solidFill>
                <a:latin typeface="Tahoma"/>
                <a:cs typeface="Tahoma"/>
              </a:rPr>
              <a:t>Product</a:t>
            </a:r>
            <a:r>
              <a:rPr sz="1750" b="1" spc="-18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750" b="1" spc="-85" dirty="0">
                <a:solidFill>
                  <a:srgbClr val="262525"/>
                </a:solidFill>
                <a:latin typeface="Tahoma"/>
                <a:cs typeface="Tahoma"/>
              </a:rPr>
              <a:t>Name</a:t>
            </a:r>
            <a:r>
              <a:rPr sz="1750" b="1" spc="-18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750" b="1" spc="270" dirty="0">
                <a:solidFill>
                  <a:srgbClr val="262525"/>
                </a:solidFill>
                <a:latin typeface="Tahoma"/>
                <a:cs typeface="Tahoma"/>
              </a:rPr>
              <a:t>s</a:t>
            </a:r>
            <a:r>
              <a:rPr sz="1750" b="1" spc="-18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750" b="1" spc="-10" dirty="0">
                <a:solidFill>
                  <a:srgbClr val="262525"/>
                </a:solidFill>
                <a:latin typeface="Tahoma"/>
                <a:cs typeface="Tahoma"/>
              </a:rPr>
              <a:t>Category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Descriptive</a:t>
            </a:r>
            <a:r>
              <a:rPr sz="1400" spc="6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name</a:t>
            </a:r>
            <a:r>
              <a:rPr sz="1400" spc="6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and</a:t>
            </a:r>
            <a:r>
              <a:rPr sz="1400" spc="6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category</a:t>
            </a:r>
            <a:r>
              <a:rPr sz="1400" spc="6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label</a:t>
            </a:r>
            <a:r>
              <a:rPr sz="1400" spc="6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for</a:t>
            </a:r>
            <a:r>
              <a:rPr sz="1400" spc="6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525"/>
                </a:solidFill>
                <a:latin typeface="Tahoma"/>
                <a:cs typeface="Tahoma"/>
              </a:rPr>
              <a:t>grouping.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1058" y="3403994"/>
            <a:ext cx="370685" cy="36630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83282" y="3452018"/>
            <a:ext cx="3376929" cy="654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10" dirty="0">
                <a:solidFill>
                  <a:srgbClr val="262525"/>
                </a:solidFill>
                <a:latin typeface="Tahoma"/>
                <a:cs typeface="Tahoma"/>
              </a:rPr>
              <a:t>Price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400" spc="-10" dirty="0">
                <a:solidFill>
                  <a:srgbClr val="262525"/>
                </a:solidFill>
                <a:latin typeface="Tahoma"/>
                <a:cs typeface="Tahoma"/>
              </a:rPr>
              <a:t>Retail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price</a:t>
            </a:r>
            <a:r>
              <a:rPr sz="1400" spc="-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62525"/>
                </a:solidFill>
                <a:latin typeface="Tahoma"/>
                <a:cs typeface="Tahoma"/>
              </a:rPr>
              <a:t>used</a:t>
            </a:r>
            <a:r>
              <a:rPr sz="1400" spc="-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for</a:t>
            </a:r>
            <a:r>
              <a:rPr sz="1400" spc="-1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revenue</a:t>
            </a:r>
            <a:r>
              <a:rPr sz="1400" spc="-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525"/>
                </a:solidFill>
                <a:latin typeface="Tahoma"/>
                <a:cs typeface="Tahoma"/>
              </a:rPr>
              <a:t>calculations.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21452" y="3409382"/>
            <a:ext cx="370054" cy="35549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388843" y="3452018"/>
            <a:ext cx="3782060" cy="930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114" dirty="0">
                <a:solidFill>
                  <a:srgbClr val="262525"/>
                </a:solidFill>
                <a:latin typeface="Tahoma"/>
                <a:cs typeface="Tahoma"/>
              </a:rPr>
              <a:t>Rating</a:t>
            </a:r>
            <a:r>
              <a:rPr sz="1750" b="1" spc="-18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750" b="1" spc="270" dirty="0">
                <a:solidFill>
                  <a:srgbClr val="262525"/>
                </a:solidFill>
                <a:latin typeface="Tahoma"/>
                <a:cs typeface="Tahoma"/>
              </a:rPr>
              <a:t>s</a:t>
            </a:r>
            <a:r>
              <a:rPr sz="1750" b="1" spc="-18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750" b="1" spc="-50" dirty="0">
                <a:solidFill>
                  <a:srgbClr val="262525"/>
                </a:solidFill>
                <a:latin typeface="Tahoma"/>
                <a:cs typeface="Tahoma"/>
              </a:rPr>
              <a:t>Sales</a:t>
            </a:r>
            <a:r>
              <a:rPr sz="1750" b="1" spc="-18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750" b="1" spc="-20" dirty="0">
                <a:solidFill>
                  <a:srgbClr val="262525"/>
                </a:solidFill>
                <a:latin typeface="Tahoma"/>
                <a:cs typeface="Tahoma"/>
              </a:rPr>
              <a:t>Count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29500"/>
              </a:lnSpc>
              <a:spcBef>
                <a:spcPts val="680"/>
              </a:spcBef>
            </a:pPr>
            <a:r>
              <a:rPr sz="1400" spc="55" dirty="0">
                <a:solidFill>
                  <a:srgbClr val="262525"/>
                </a:solidFill>
                <a:latin typeface="Tahoma"/>
                <a:cs typeface="Tahoma"/>
              </a:rPr>
              <a:t>User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 rating and sales volume</a:t>
            </a:r>
            <a:r>
              <a:rPr sz="1400" spc="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110" dirty="0">
                <a:solidFill>
                  <a:srgbClr val="262525"/>
                </a:solidFill>
                <a:latin typeface="Tahoma"/>
                <a:cs typeface="Tahoma"/>
              </a:rPr>
              <a:t>—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 key signals </a:t>
            </a:r>
            <a:r>
              <a:rPr sz="1400" spc="-25" dirty="0">
                <a:solidFill>
                  <a:srgbClr val="262525"/>
                </a:solidFill>
                <a:latin typeface="Tahoma"/>
                <a:cs typeface="Tahoma"/>
              </a:rPr>
              <a:t>for </a:t>
            </a:r>
            <a:r>
              <a:rPr sz="1400" spc="-10" dirty="0">
                <a:solidFill>
                  <a:srgbClr val="262525"/>
                </a:solidFill>
                <a:latin typeface="Tahoma"/>
                <a:cs typeface="Tahoma"/>
              </a:rPr>
              <a:t>ranking.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7150" y="4764168"/>
            <a:ext cx="358775" cy="370205"/>
            <a:chOff x="617150" y="4764168"/>
            <a:chExt cx="358775" cy="37020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2527" y="4971309"/>
              <a:ext cx="162932" cy="16293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33248" y="4780509"/>
              <a:ext cx="321310" cy="335915"/>
            </a:xfrm>
            <a:custGeom>
              <a:avLst/>
              <a:gdLst/>
              <a:ahLst/>
              <a:cxnLst/>
              <a:rect l="l" t="t" r="r" b="b"/>
              <a:pathLst>
                <a:path w="321309" h="335914">
                  <a:moveTo>
                    <a:pt x="0" y="335549"/>
                  </a:moveTo>
                  <a:lnTo>
                    <a:pt x="320871" y="0"/>
                  </a:lnTo>
                </a:path>
              </a:pathLst>
            </a:custGeom>
            <a:ln w="15713">
              <a:solidFill>
                <a:srgbClr val="494F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7150" y="4764168"/>
              <a:ext cx="163762" cy="16376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183282" y="4823618"/>
            <a:ext cx="4344035" cy="644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75" dirty="0">
                <a:solidFill>
                  <a:srgbClr val="262525"/>
                </a:solidFill>
                <a:latin typeface="Tahoma"/>
                <a:cs typeface="Tahoma"/>
              </a:rPr>
              <a:t>Discount</a:t>
            </a:r>
            <a:r>
              <a:rPr sz="1750" b="1" spc="-17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750" b="1" spc="270" dirty="0">
                <a:solidFill>
                  <a:srgbClr val="262525"/>
                </a:solidFill>
                <a:latin typeface="Tahoma"/>
                <a:cs typeface="Tahoma"/>
              </a:rPr>
              <a:t>s</a:t>
            </a:r>
            <a:r>
              <a:rPr sz="1750" b="1" spc="-17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750" b="1" spc="-10" dirty="0">
                <a:solidFill>
                  <a:srgbClr val="262525"/>
                </a:solidFill>
                <a:latin typeface="Tahoma"/>
                <a:cs typeface="Tahoma"/>
              </a:rPr>
              <a:t>Revenue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Discount</a:t>
            </a:r>
            <a:r>
              <a:rPr sz="1400" spc="8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percent</a:t>
            </a:r>
            <a:r>
              <a:rPr sz="1400" spc="8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and</a:t>
            </a:r>
            <a:r>
              <a:rPr sz="1400" spc="8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computed</a:t>
            </a:r>
            <a:r>
              <a:rPr sz="1400" spc="8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revenue</a:t>
            </a:r>
            <a:r>
              <a:rPr sz="1400" spc="8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per</a:t>
            </a:r>
            <a:r>
              <a:rPr sz="1400" spc="8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525"/>
                </a:solidFill>
                <a:latin typeface="Tahoma"/>
                <a:cs typeface="Tahoma"/>
              </a:rPr>
              <a:t>product.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33590" y="4763944"/>
            <a:ext cx="345777" cy="37029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388843" y="4823618"/>
            <a:ext cx="3137535" cy="644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65" dirty="0">
                <a:solidFill>
                  <a:srgbClr val="262525"/>
                </a:solidFill>
                <a:latin typeface="Tahoma"/>
                <a:cs typeface="Tahoma"/>
              </a:rPr>
              <a:t>Purchase</a:t>
            </a:r>
            <a:r>
              <a:rPr sz="1750" b="1" spc="-15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750" b="1" spc="-20" dirty="0">
                <a:solidFill>
                  <a:srgbClr val="262525"/>
                </a:solidFill>
                <a:latin typeface="Tahoma"/>
                <a:cs typeface="Tahoma"/>
              </a:rPr>
              <a:t>Date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Transaction</a:t>
            </a:r>
            <a:r>
              <a:rPr sz="1400" spc="1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date</a:t>
            </a:r>
            <a:r>
              <a:rPr sz="1400" spc="1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for</a:t>
            </a:r>
            <a:r>
              <a:rPr sz="1400" spc="1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temporal</a:t>
            </a:r>
            <a:r>
              <a:rPr sz="1400" spc="1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525"/>
                </a:solidFill>
                <a:latin typeface="Tahoma"/>
                <a:cs typeface="Tahoma"/>
              </a:rPr>
              <a:t>analysis.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8293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135"/>
              </a:spcBef>
            </a:pPr>
            <a:r>
              <a:rPr sz="3450" spc="-120" dirty="0"/>
              <a:t>Sample</a:t>
            </a:r>
            <a:r>
              <a:rPr sz="3450" spc="-375" dirty="0"/>
              <a:t> </a:t>
            </a:r>
            <a:r>
              <a:rPr sz="3450" spc="-175" dirty="0"/>
              <a:t>Data</a:t>
            </a:r>
            <a:r>
              <a:rPr sz="3450" spc="-370" dirty="0"/>
              <a:t> </a:t>
            </a:r>
            <a:r>
              <a:rPr sz="3450" spc="565" dirty="0"/>
              <a:t>s</a:t>
            </a:r>
            <a:r>
              <a:rPr sz="3450" spc="-370" dirty="0"/>
              <a:t> </a:t>
            </a:r>
            <a:r>
              <a:rPr sz="3450" spc="-75" dirty="0"/>
              <a:t>Preprocessing</a:t>
            </a:r>
            <a:endParaRPr sz="3450"/>
          </a:p>
        </p:txBody>
      </p:sp>
      <p:grpSp>
        <p:nvGrpSpPr>
          <p:cNvPr id="3" name="object 3"/>
          <p:cNvGrpSpPr/>
          <p:nvPr/>
        </p:nvGrpSpPr>
        <p:grpSpPr>
          <a:xfrm>
            <a:off x="619124" y="2019299"/>
            <a:ext cx="4876800" cy="3219450"/>
            <a:chOff x="619124" y="2019299"/>
            <a:chExt cx="4876800" cy="3219450"/>
          </a:xfrm>
        </p:grpSpPr>
        <p:sp>
          <p:nvSpPr>
            <p:cNvPr id="4" name="object 4"/>
            <p:cNvSpPr/>
            <p:nvPr/>
          </p:nvSpPr>
          <p:spPr>
            <a:xfrm>
              <a:off x="623887" y="2024062"/>
              <a:ext cx="4867275" cy="3209925"/>
            </a:xfrm>
            <a:custGeom>
              <a:avLst/>
              <a:gdLst/>
              <a:ahLst/>
              <a:cxnLst/>
              <a:rect l="l" t="t" r="r" b="b"/>
              <a:pathLst>
                <a:path w="4867275" h="3209925">
                  <a:moveTo>
                    <a:pt x="0" y="3152663"/>
                  </a:moveTo>
                  <a:lnTo>
                    <a:pt x="0" y="57260"/>
                  </a:lnTo>
                  <a:lnTo>
                    <a:pt x="0" y="53500"/>
                  </a:lnTo>
                  <a:lnTo>
                    <a:pt x="366" y="49777"/>
                  </a:lnTo>
                  <a:lnTo>
                    <a:pt x="1100" y="46089"/>
                  </a:lnTo>
                  <a:lnTo>
                    <a:pt x="1833" y="42401"/>
                  </a:lnTo>
                  <a:lnTo>
                    <a:pt x="2919" y="38821"/>
                  </a:lnTo>
                  <a:lnTo>
                    <a:pt x="25448" y="9649"/>
                  </a:lnTo>
                  <a:lnTo>
                    <a:pt x="28574" y="7561"/>
                  </a:lnTo>
                  <a:lnTo>
                    <a:pt x="31874" y="5797"/>
                  </a:lnTo>
                  <a:lnTo>
                    <a:pt x="35347" y="4358"/>
                  </a:lnTo>
                  <a:lnTo>
                    <a:pt x="38821" y="2919"/>
                  </a:lnTo>
                  <a:lnTo>
                    <a:pt x="42402" y="1833"/>
                  </a:lnTo>
                  <a:lnTo>
                    <a:pt x="46089" y="1100"/>
                  </a:lnTo>
                  <a:lnTo>
                    <a:pt x="49777" y="366"/>
                  </a:lnTo>
                  <a:lnTo>
                    <a:pt x="53501" y="0"/>
                  </a:lnTo>
                  <a:lnTo>
                    <a:pt x="57260" y="0"/>
                  </a:lnTo>
                  <a:lnTo>
                    <a:pt x="4810013" y="0"/>
                  </a:lnTo>
                  <a:lnTo>
                    <a:pt x="4813773" y="0"/>
                  </a:lnTo>
                  <a:lnTo>
                    <a:pt x="4817496" y="366"/>
                  </a:lnTo>
                  <a:lnTo>
                    <a:pt x="4841825" y="9649"/>
                  </a:lnTo>
                  <a:lnTo>
                    <a:pt x="4844952" y="11738"/>
                  </a:lnTo>
                  <a:lnTo>
                    <a:pt x="4866174" y="46089"/>
                  </a:lnTo>
                  <a:lnTo>
                    <a:pt x="4866907" y="49777"/>
                  </a:lnTo>
                  <a:lnTo>
                    <a:pt x="4867274" y="53500"/>
                  </a:lnTo>
                  <a:lnTo>
                    <a:pt x="4867274" y="57260"/>
                  </a:lnTo>
                  <a:lnTo>
                    <a:pt x="4867274" y="3152663"/>
                  </a:lnTo>
                  <a:lnTo>
                    <a:pt x="4867274" y="3156423"/>
                  </a:lnTo>
                  <a:lnTo>
                    <a:pt x="4866907" y="3160147"/>
                  </a:lnTo>
                  <a:lnTo>
                    <a:pt x="4866174" y="3163833"/>
                  </a:lnTo>
                  <a:lnTo>
                    <a:pt x="4865441" y="3167522"/>
                  </a:lnTo>
                  <a:lnTo>
                    <a:pt x="4857623" y="3184475"/>
                  </a:lnTo>
                  <a:lnTo>
                    <a:pt x="4855534" y="3187602"/>
                  </a:lnTo>
                  <a:lnTo>
                    <a:pt x="4841825" y="3200272"/>
                  </a:lnTo>
                  <a:lnTo>
                    <a:pt x="4838699" y="3202361"/>
                  </a:lnTo>
                  <a:lnTo>
                    <a:pt x="4810013" y="3209924"/>
                  </a:lnTo>
                  <a:lnTo>
                    <a:pt x="57260" y="3209924"/>
                  </a:lnTo>
                  <a:lnTo>
                    <a:pt x="35348" y="3205565"/>
                  </a:lnTo>
                  <a:lnTo>
                    <a:pt x="31874" y="3204126"/>
                  </a:lnTo>
                  <a:lnTo>
                    <a:pt x="9650" y="3184475"/>
                  </a:lnTo>
                  <a:lnTo>
                    <a:pt x="7561" y="3181349"/>
                  </a:lnTo>
                  <a:lnTo>
                    <a:pt x="1100" y="3163833"/>
                  </a:lnTo>
                  <a:lnTo>
                    <a:pt x="366" y="3160147"/>
                  </a:lnTo>
                  <a:lnTo>
                    <a:pt x="0" y="3156423"/>
                  </a:lnTo>
                  <a:lnTo>
                    <a:pt x="0" y="315266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8637" y="2028824"/>
              <a:ext cx="4857750" cy="2400300"/>
            </a:xfrm>
            <a:custGeom>
              <a:avLst/>
              <a:gdLst/>
              <a:ahLst/>
              <a:cxnLst/>
              <a:rect l="l" t="t" r="r" b="b"/>
              <a:pathLst>
                <a:path w="4857750" h="2400300">
                  <a:moveTo>
                    <a:pt x="971550" y="1600200"/>
                  </a:moveTo>
                  <a:lnTo>
                    <a:pt x="0" y="1600200"/>
                  </a:lnTo>
                  <a:lnTo>
                    <a:pt x="0" y="2400300"/>
                  </a:lnTo>
                  <a:lnTo>
                    <a:pt x="971550" y="2400300"/>
                  </a:lnTo>
                  <a:lnTo>
                    <a:pt x="971550" y="1600200"/>
                  </a:lnTo>
                  <a:close/>
                </a:path>
                <a:path w="4857750" h="2400300">
                  <a:moveTo>
                    <a:pt x="971550" y="0"/>
                  </a:moveTo>
                  <a:lnTo>
                    <a:pt x="53809" y="0"/>
                  </a:lnTo>
                  <a:lnTo>
                    <a:pt x="45897" y="1574"/>
                  </a:lnTo>
                  <a:lnTo>
                    <a:pt x="12357" y="23990"/>
                  </a:lnTo>
                  <a:lnTo>
                    <a:pt x="0" y="53809"/>
                  </a:lnTo>
                  <a:lnTo>
                    <a:pt x="0" y="800100"/>
                  </a:lnTo>
                  <a:lnTo>
                    <a:pt x="971550" y="800100"/>
                  </a:lnTo>
                  <a:lnTo>
                    <a:pt x="971550" y="0"/>
                  </a:lnTo>
                  <a:close/>
                </a:path>
                <a:path w="4857750" h="2400300">
                  <a:moveTo>
                    <a:pt x="2428875" y="1600200"/>
                  </a:moveTo>
                  <a:lnTo>
                    <a:pt x="981075" y="1600200"/>
                  </a:lnTo>
                  <a:lnTo>
                    <a:pt x="981075" y="2400300"/>
                  </a:lnTo>
                  <a:lnTo>
                    <a:pt x="2428875" y="2400300"/>
                  </a:lnTo>
                  <a:lnTo>
                    <a:pt x="2428875" y="1600200"/>
                  </a:lnTo>
                  <a:close/>
                </a:path>
                <a:path w="4857750" h="2400300">
                  <a:moveTo>
                    <a:pt x="2428875" y="0"/>
                  </a:moveTo>
                  <a:lnTo>
                    <a:pt x="981075" y="0"/>
                  </a:lnTo>
                  <a:lnTo>
                    <a:pt x="981075" y="800100"/>
                  </a:lnTo>
                  <a:lnTo>
                    <a:pt x="2428875" y="800100"/>
                  </a:lnTo>
                  <a:lnTo>
                    <a:pt x="2428875" y="0"/>
                  </a:lnTo>
                  <a:close/>
                </a:path>
                <a:path w="4857750" h="2400300">
                  <a:moveTo>
                    <a:pt x="3400425" y="1600200"/>
                  </a:moveTo>
                  <a:lnTo>
                    <a:pt x="2438400" y="1600200"/>
                  </a:lnTo>
                  <a:lnTo>
                    <a:pt x="2438400" y="2400300"/>
                  </a:lnTo>
                  <a:lnTo>
                    <a:pt x="3400425" y="2400300"/>
                  </a:lnTo>
                  <a:lnTo>
                    <a:pt x="3400425" y="1600200"/>
                  </a:lnTo>
                  <a:close/>
                </a:path>
                <a:path w="4857750" h="2400300">
                  <a:moveTo>
                    <a:pt x="3400425" y="0"/>
                  </a:moveTo>
                  <a:lnTo>
                    <a:pt x="2438400" y="0"/>
                  </a:lnTo>
                  <a:lnTo>
                    <a:pt x="2438400" y="800100"/>
                  </a:lnTo>
                  <a:lnTo>
                    <a:pt x="3400425" y="800100"/>
                  </a:lnTo>
                  <a:lnTo>
                    <a:pt x="3400425" y="0"/>
                  </a:lnTo>
                  <a:close/>
                </a:path>
                <a:path w="4857750" h="2400300">
                  <a:moveTo>
                    <a:pt x="4124325" y="1600200"/>
                  </a:moveTo>
                  <a:lnTo>
                    <a:pt x="3409950" y="1600200"/>
                  </a:lnTo>
                  <a:lnTo>
                    <a:pt x="3409950" y="2400300"/>
                  </a:lnTo>
                  <a:lnTo>
                    <a:pt x="4124325" y="2400300"/>
                  </a:lnTo>
                  <a:lnTo>
                    <a:pt x="4124325" y="1600200"/>
                  </a:lnTo>
                  <a:close/>
                </a:path>
                <a:path w="4857750" h="2400300">
                  <a:moveTo>
                    <a:pt x="4124325" y="0"/>
                  </a:moveTo>
                  <a:lnTo>
                    <a:pt x="3409950" y="0"/>
                  </a:lnTo>
                  <a:lnTo>
                    <a:pt x="3409950" y="800100"/>
                  </a:lnTo>
                  <a:lnTo>
                    <a:pt x="4124325" y="800100"/>
                  </a:lnTo>
                  <a:lnTo>
                    <a:pt x="4124325" y="0"/>
                  </a:lnTo>
                  <a:close/>
                </a:path>
                <a:path w="4857750" h="2400300">
                  <a:moveTo>
                    <a:pt x="4857750" y="1600200"/>
                  </a:moveTo>
                  <a:lnTo>
                    <a:pt x="4133850" y="1600200"/>
                  </a:lnTo>
                  <a:lnTo>
                    <a:pt x="4133850" y="2400300"/>
                  </a:lnTo>
                  <a:lnTo>
                    <a:pt x="4857750" y="2400300"/>
                  </a:lnTo>
                  <a:lnTo>
                    <a:pt x="4857750" y="1600200"/>
                  </a:lnTo>
                  <a:close/>
                </a:path>
                <a:path w="4857750" h="2400300">
                  <a:moveTo>
                    <a:pt x="4857750" y="53809"/>
                  </a:moveTo>
                  <a:lnTo>
                    <a:pt x="4833772" y="12357"/>
                  </a:lnTo>
                  <a:lnTo>
                    <a:pt x="4803953" y="0"/>
                  </a:lnTo>
                  <a:lnTo>
                    <a:pt x="4133850" y="0"/>
                  </a:lnTo>
                  <a:lnTo>
                    <a:pt x="4133850" y="800100"/>
                  </a:lnTo>
                  <a:lnTo>
                    <a:pt x="4857750" y="800100"/>
                  </a:lnTo>
                  <a:lnTo>
                    <a:pt x="4857750" y="53809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8637" y="4429124"/>
              <a:ext cx="4857750" cy="800100"/>
            </a:xfrm>
            <a:custGeom>
              <a:avLst/>
              <a:gdLst/>
              <a:ahLst/>
              <a:cxnLst/>
              <a:rect l="l" t="t" r="r" b="b"/>
              <a:pathLst>
                <a:path w="4857750" h="800100">
                  <a:moveTo>
                    <a:pt x="971550" y="0"/>
                  </a:moveTo>
                  <a:lnTo>
                    <a:pt x="0" y="0"/>
                  </a:lnTo>
                  <a:lnTo>
                    <a:pt x="0" y="746302"/>
                  </a:lnTo>
                  <a:lnTo>
                    <a:pt x="23990" y="787755"/>
                  </a:lnTo>
                  <a:lnTo>
                    <a:pt x="53809" y="800100"/>
                  </a:lnTo>
                  <a:lnTo>
                    <a:pt x="971550" y="800100"/>
                  </a:lnTo>
                  <a:lnTo>
                    <a:pt x="971550" y="0"/>
                  </a:lnTo>
                  <a:close/>
                </a:path>
                <a:path w="4857750" h="800100">
                  <a:moveTo>
                    <a:pt x="4857750" y="0"/>
                  </a:moveTo>
                  <a:lnTo>
                    <a:pt x="4133850" y="0"/>
                  </a:lnTo>
                  <a:lnTo>
                    <a:pt x="4133850" y="800100"/>
                  </a:lnTo>
                  <a:lnTo>
                    <a:pt x="4803953" y="800100"/>
                  </a:lnTo>
                  <a:lnTo>
                    <a:pt x="4811865" y="798537"/>
                  </a:lnTo>
                  <a:lnTo>
                    <a:pt x="4845405" y="776122"/>
                  </a:lnTo>
                  <a:lnTo>
                    <a:pt x="4857750" y="746302"/>
                  </a:lnTo>
                  <a:lnTo>
                    <a:pt x="485775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28649" y="2028824"/>
          <a:ext cx="4854572" cy="3198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5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0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7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9465">
                <a:tc gridSpan="2"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1075"/>
                        </a:spcBef>
                        <a:tabLst>
                          <a:tab pos="1155065" algn="l"/>
                        </a:tabLst>
                      </a:pPr>
                      <a:r>
                        <a:rPr sz="1400" spc="-1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Produc</a:t>
                      </a:r>
                      <a:r>
                        <a:rPr sz="140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	</a:t>
                      </a:r>
                      <a:r>
                        <a:rPr sz="1400" spc="-1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Product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178435">
                        <a:lnSpc>
                          <a:spcPct val="100000"/>
                        </a:lnSpc>
                        <a:spcBef>
                          <a:spcPts val="570"/>
                        </a:spcBef>
                        <a:tabLst>
                          <a:tab pos="1155065" algn="l"/>
                        </a:tabLst>
                      </a:pPr>
                      <a:r>
                        <a:rPr sz="1400" spc="-1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sz="1400" spc="-105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35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ID</a:t>
                      </a:r>
                      <a:r>
                        <a:rPr sz="140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	</a:t>
                      </a:r>
                      <a:r>
                        <a:rPr sz="1400" spc="-2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Name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6525" marB="0"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070" marR="198755">
                        <a:lnSpc>
                          <a:spcPct val="133900"/>
                        </a:lnSpc>
                        <a:spcBef>
                          <a:spcPts val="505"/>
                        </a:spcBef>
                      </a:pPr>
                      <a:r>
                        <a:rPr sz="1400" spc="-1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Catego </a:t>
                      </a:r>
                      <a:r>
                        <a:rPr sz="1400" spc="-25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ry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6413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1075"/>
                        </a:spcBef>
                        <a:tabLst>
                          <a:tab pos="908050" algn="l"/>
                        </a:tabLst>
                      </a:pPr>
                      <a:r>
                        <a:rPr sz="1400" spc="3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Pric</a:t>
                      </a:r>
                      <a:r>
                        <a:rPr sz="140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	</a:t>
                      </a:r>
                      <a:r>
                        <a:rPr sz="1400" spc="-2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Rati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179705">
                        <a:lnSpc>
                          <a:spcPct val="100000"/>
                        </a:lnSpc>
                        <a:spcBef>
                          <a:spcPts val="570"/>
                        </a:spcBef>
                        <a:tabLst>
                          <a:tab pos="908050" algn="l"/>
                        </a:tabLst>
                      </a:pPr>
                      <a:r>
                        <a:rPr sz="1400" spc="1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e</a:t>
                      </a:r>
                      <a:r>
                        <a:rPr sz="140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	</a:t>
                      </a:r>
                      <a:r>
                        <a:rPr sz="1400" spc="-25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ng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6525" marB="0">
                    <a:lnL w="9525">
                      <a:solidFill>
                        <a:srgbClr val="FFFFFF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400" spc="-2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P001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6525" marB="0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8435" marR="236854">
                        <a:lnSpc>
                          <a:spcPct val="133900"/>
                        </a:lnSpc>
                        <a:spcBef>
                          <a:spcPts val="505"/>
                        </a:spcBef>
                      </a:pPr>
                      <a:r>
                        <a:rPr sz="1400" spc="-1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Wireless Headphones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6413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9070" marR="223520">
                        <a:lnSpc>
                          <a:spcPct val="133900"/>
                        </a:lnSpc>
                        <a:spcBef>
                          <a:spcPts val="505"/>
                        </a:spcBef>
                      </a:pPr>
                      <a:r>
                        <a:rPr sz="1400" spc="-1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Electro </a:t>
                      </a:r>
                      <a:r>
                        <a:rPr sz="1400" spc="3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nics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6413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400" spc="-2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79.9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17970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400" spc="45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652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400" spc="-25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4.5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6525" marB="0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465">
                <a:tc rowSpan="2"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400" spc="6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P002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78435">
                        <a:lnSpc>
                          <a:spcPct val="100000"/>
                        </a:lnSpc>
                      </a:pPr>
                      <a:r>
                        <a:rPr sz="1400" spc="65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P003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6525" marB="0"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8435" marR="284480">
                        <a:lnSpc>
                          <a:spcPct val="133900"/>
                        </a:lnSpc>
                        <a:spcBef>
                          <a:spcPts val="505"/>
                        </a:spcBef>
                      </a:pPr>
                      <a:r>
                        <a:rPr sz="1400" spc="-1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Stainless </a:t>
                      </a:r>
                      <a:r>
                        <a:rPr sz="140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Water</a:t>
                      </a:r>
                      <a:r>
                        <a:rPr sz="1400" spc="-8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Bottle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6413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8745"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400" spc="-2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Home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652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400" spc="-2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19.9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17970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400" spc="45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652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400" spc="-25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4.2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sz="1400" spc="-25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4.6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6525" marB="0">
                    <a:lnL w="9525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4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6525" marB="0"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8435" marR="607695">
                        <a:lnSpc>
                          <a:spcPct val="133900"/>
                        </a:lnSpc>
                        <a:spcBef>
                          <a:spcPts val="505"/>
                        </a:spcBef>
                      </a:pPr>
                      <a:r>
                        <a:rPr sz="1400" spc="-1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Running </a:t>
                      </a:r>
                      <a:r>
                        <a:rPr sz="1400" spc="45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Shoes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6413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400" spc="-1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Sports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652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400" spc="-20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129.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17970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400" spc="55" dirty="0">
                          <a:solidFill>
                            <a:srgbClr val="262525"/>
                          </a:solidFill>
                          <a:latin typeface="Tahoma"/>
                          <a:cs typeface="Tahoma"/>
                        </a:rPr>
                        <a:t>99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3652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6525" marB="0">
                    <a:lnL w="9525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599" y="2117898"/>
            <a:ext cx="85724" cy="8572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6238873" y="25907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38873" y="2933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38873" y="32861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38873" y="36290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38873" y="39719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93581" y="2004218"/>
            <a:ext cx="3260725" cy="2101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65" dirty="0">
                <a:solidFill>
                  <a:srgbClr val="262525"/>
                </a:solidFill>
                <a:latin typeface="Tahoma"/>
                <a:cs typeface="Tahoma"/>
              </a:rPr>
              <a:t>Preprocessing</a:t>
            </a:r>
            <a:r>
              <a:rPr sz="1750" b="1" spc="-114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750" b="1" spc="-10" dirty="0">
                <a:solidFill>
                  <a:srgbClr val="262525"/>
                </a:solidFill>
                <a:latin typeface="Tahoma"/>
                <a:cs typeface="Tahoma"/>
              </a:rPr>
              <a:t>Steps</a:t>
            </a:r>
            <a:endParaRPr sz="1750">
              <a:latin typeface="Tahoma"/>
              <a:cs typeface="Tahoma"/>
            </a:endParaRPr>
          </a:p>
          <a:p>
            <a:pPr marL="295910">
              <a:lnSpc>
                <a:spcPct val="100000"/>
              </a:lnSpc>
              <a:spcBef>
                <a:spcPts val="1700"/>
              </a:spcBef>
            </a:pP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Load</a:t>
            </a:r>
            <a:r>
              <a:rPr sz="1400" spc="-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114" dirty="0">
                <a:solidFill>
                  <a:srgbClr val="262525"/>
                </a:solidFill>
                <a:latin typeface="Tahoma"/>
                <a:cs typeface="Tahoma"/>
              </a:rPr>
              <a:t>CSV</a:t>
            </a:r>
            <a:r>
              <a:rPr sz="1400" spc="-1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with</a:t>
            </a:r>
            <a:r>
              <a:rPr sz="1400" spc="-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525"/>
                </a:solidFill>
                <a:latin typeface="Tahoma"/>
                <a:cs typeface="Tahoma"/>
              </a:rPr>
              <a:t>pandas</a:t>
            </a:r>
            <a:endParaRPr sz="1400">
              <a:latin typeface="Tahoma"/>
              <a:cs typeface="Tahoma"/>
            </a:endParaRPr>
          </a:p>
          <a:p>
            <a:pPr marL="295910">
              <a:lnSpc>
                <a:spcPct val="100000"/>
              </a:lnSpc>
              <a:spcBef>
                <a:spcPts val="1019"/>
              </a:spcBef>
            </a:pP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Handle</a:t>
            </a:r>
            <a:r>
              <a:rPr sz="1400" spc="9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missing</a:t>
            </a:r>
            <a:r>
              <a:rPr sz="1400" spc="10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values</a:t>
            </a:r>
            <a:r>
              <a:rPr sz="1400" spc="9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525"/>
                </a:solidFill>
                <a:latin typeface="Tahoma"/>
                <a:cs typeface="Tahoma"/>
              </a:rPr>
              <a:t>(impute/drop)</a:t>
            </a:r>
            <a:endParaRPr sz="1400">
              <a:latin typeface="Tahoma"/>
              <a:cs typeface="Tahoma"/>
            </a:endParaRPr>
          </a:p>
          <a:p>
            <a:pPr marL="295910" marR="369570">
              <a:lnSpc>
                <a:spcPct val="160700"/>
              </a:lnSpc>
              <a:spcBef>
                <a:spcPts val="75"/>
              </a:spcBef>
            </a:pP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Convert</a:t>
            </a:r>
            <a:r>
              <a:rPr sz="1400" spc="6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types</a:t>
            </a:r>
            <a:r>
              <a:rPr sz="1400" spc="6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(dates,</a:t>
            </a:r>
            <a:r>
              <a:rPr sz="1400" spc="7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525"/>
                </a:solidFill>
                <a:latin typeface="Tahoma"/>
                <a:cs typeface="Tahoma"/>
              </a:rPr>
              <a:t>numerics) </a:t>
            </a:r>
            <a:r>
              <a:rPr sz="1400" spc="-20" dirty="0">
                <a:solidFill>
                  <a:srgbClr val="262525"/>
                </a:solidFill>
                <a:latin typeface="Tahoma"/>
                <a:cs typeface="Tahoma"/>
              </a:rPr>
              <a:t>Filter,</a:t>
            </a:r>
            <a:r>
              <a:rPr sz="1400" spc="1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sort,</a:t>
            </a:r>
            <a:r>
              <a:rPr sz="1400" spc="1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compute</a:t>
            </a:r>
            <a:r>
              <a:rPr sz="1400" spc="1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525"/>
                </a:solidFill>
                <a:latin typeface="Tahoma"/>
                <a:cs typeface="Tahoma"/>
              </a:rPr>
              <a:t>revenue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Prepare</a:t>
            </a:r>
            <a:r>
              <a:rPr sz="1400" spc="3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features</a:t>
            </a:r>
            <a:r>
              <a:rPr sz="1400" spc="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2525"/>
                </a:solidFill>
                <a:latin typeface="Tahoma"/>
                <a:cs typeface="Tahoma"/>
              </a:rPr>
              <a:t>for</a:t>
            </a:r>
            <a:r>
              <a:rPr sz="1400" spc="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2525"/>
                </a:solidFill>
                <a:latin typeface="Tahoma"/>
                <a:cs typeface="Tahoma"/>
              </a:rPr>
              <a:t>ranking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250" y="624522"/>
            <a:ext cx="678942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spc="-110" dirty="0"/>
              <a:t>Milestone</a:t>
            </a:r>
            <a:r>
              <a:rPr sz="2850" spc="-295" dirty="0"/>
              <a:t> </a:t>
            </a:r>
            <a:r>
              <a:rPr sz="2850" spc="-25" dirty="0"/>
              <a:t>2</a:t>
            </a:r>
            <a:r>
              <a:rPr sz="2850" spc="-295" dirty="0"/>
              <a:t> </a:t>
            </a:r>
            <a:r>
              <a:rPr sz="2850" spc="254" dirty="0"/>
              <a:t>—</a:t>
            </a:r>
            <a:r>
              <a:rPr sz="2850" spc="-290" dirty="0"/>
              <a:t> </a:t>
            </a:r>
            <a:r>
              <a:rPr sz="2850" spc="-135" dirty="0"/>
              <a:t>Exploratory</a:t>
            </a:r>
            <a:r>
              <a:rPr sz="2850" spc="-295" dirty="0"/>
              <a:t> </a:t>
            </a:r>
            <a:r>
              <a:rPr sz="2850" spc="-160" dirty="0"/>
              <a:t>Data</a:t>
            </a:r>
            <a:r>
              <a:rPr sz="2850" spc="-290" dirty="0"/>
              <a:t> </a:t>
            </a:r>
            <a:r>
              <a:rPr sz="2850" spc="-10" dirty="0"/>
              <a:t>Analysis</a:t>
            </a:r>
            <a:endParaRPr sz="2850"/>
          </a:p>
        </p:txBody>
      </p:sp>
      <p:grpSp>
        <p:nvGrpSpPr>
          <p:cNvPr id="3" name="object 3"/>
          <p:cNvGrpSpPr/>
          <p:nvPr/>
        </p:nvGrpSpPr>
        <p:grpSpPr>
          <a:xfrm>
            <a:off x="565566" y="2974594"/>
            <a:ext cx="3230880" cy="1375410"/>
            <a:chOff x="565566" y="2974594"/>
            <a:chExt cx="3230880" cy="13754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7649" y="3975354"/>
              <a:ext cx="508419" cy="5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07677" y="3975366"/>
              <a:ext cx="171450" cy="5080"/>
            </a:xfrm>
            <a:custGeom>
              <a:avLst/>
              <a:gdLst/>
              <a:ahLst/>
              <a:cxnLst/>
              <a:rect l="l" t="t" r="r" b="b"/>
              <a:pathLst>
                <a:path w="171450" h="5079">
                  <a:moveTo>
                    <a:pt x="13500" y="1270"/>
                  </a:moveTo>
                  <a:lnTo>
                    <a:pt x="13436" y="0"/>
                  </a:lnTo>
                  <a:lnTo>
                    <a:pt x="50" y="0"/>
                  </a:lnTo>
                  <a:lnTo>
                    <a:pt x="50" y="1270"/>
                  </a:lnTo>
                  <a:lnTo>
                    <a:pt x="0" y="3810"/>
                  </a:lnTo>
                  <a:lnTo>
                    <a:pt x="736" y="3810"/>
                  </a:lnTo>
                  <a:lnTo>
                    <a:pt x="736" y="5080"/>
                  </a:lnTo>
                  <a:lnTo>
                    <a:pt x="12750" y="5080"/>
                  </a:lnTo>
                  <a:lnTo>
                    <a:pt x="12750" y="3810"/>
                  </a:lnTo>
                  <a:lnTo>
                    <a:pt x="13500" y="3810"/>
                  </a:lnTo>
                  <a:lnTo>
                    <a:pt x="13500" y="1270"/>
                  </a:lnTo>
                  <a:close/>
                </a:path>
                <a:path w="171450" h="5079">
                  <a:moveTo>
                    <a:pt x="35991" y="1270"/>
                  </a:moveTo>
                  <a:lnTo>
                    <a:pt x="35928" y="0"/>
                  </a:lnTo>
                  <a:lnTo>
                    <a:pt x="22542" y="0"/>
                  </a:lnTo>
                  <a:lnTo>
                    <a:pt x="22542" y="1270"/>
                  </a:lnTo>
                  <a:lnTo>
                    <a:pt x="22491" y="3810"/>
                  </a:lnTo>
                  <a:lnTo>
                    <a:pt x="23228" y="3810"/>
                  </a:lnTo>
                  <a:lnTo>
                    <a:pt x="23228" y="5080"/>
                  </a:lnTo>
                  <a:lnTo>
                    <a:pt x="35242" y="5080"/>
                  </a:lnTo>
                  <a:lnTo>
                    <a:pt x="35242" y="3810"/>
                  </a:lnTo>
                  <a:lnTo>
                    <a:pt x="35991" y="3810"/>
                  </a:lnTo>
                  <a:lnTo>
                    <a:pt x="35991" y="1270"/>
                  </a:lnTo>
                  <a:close/>
                </a:path>
                <a:path w="171450" h="5079">
                  <a:moveTo>
                    <a:pt x="58483" y="1270"/>
                  </a:moveTo>
                  <a:lnTo>
                    <a:pt x="58420" y="0"/>
                  </a:lnTo>
                  <a:lnTo>
                    <a:pt x="45046" y="0"/>
                  </a:lnTo>
                  <a:lnTo>
                    <a:pt x="45046" y="1270"/>
                  </a:lnTo>
                  <a:lnTo>
                    <a:pt x="44996" y="3810"/>
                  </a:lnTo>
                  <a:lnTo>
                    <a:pt x="45732" y="3810"/>
                  </a:lnTo>
                  <a:lnTo>
                    <a:pt x="45732" y="5080"/>
                  </a:lnTo>
                  <a:lnTo>
                    <a:pt x="57734" y="5080"/>
                  </a:lnTo>
                  <a:lnTo>
                    <a:pt x="57734" y="3810"/>
                  </a:lnTo>
                  <a:lnTo>
                    <a:pt x="58483" y="3810"/>
                  </a:lnTo>
                  <a:lnTo>
                    <a:pt x="58483" y="1270"/>
                  </a:lnTo>
                  <a:close/>
                </a:path>
                <a:path w="171450" h="5079">
                  <a:moveTo>
                    <a:pt x="80987" y="1270"/>
                  </a:moveTo>
                  <a:lnTo>
                    <a:pt x="80924" y="0"/>
                  </a:lnTo>
                  <a:lnTo>
                    <a:pt x="67538" y="0"/>
                  </a:lnTo>
                  <a:lnTo>
                    <a:pt x="67538" y="1270"/>
                  </a:lnTo>
                  <a:lnTo>
                    <a:pt x="67487" y="3810"/>
                  </a:lnTo>
                  <a:lnTo>
                    <a:pt x="68224" y="3810"/>
                  </a:lnTo>
                  <a:lnTo>
                    <a:pt x="68224" y="5080"/>
                  </a:lnTo>
                  <a:lnTo>
                    <a:pt x="80238" y="5080"/>
                  </a:lnTo>
                  <a:lnTo>
                    <a:pt x="80238" y="3810"/>
                  </a:lnTo>
                  <a:lnTo>
                    <a:pt x="80987" y="3810"/>
                  </a:lnTo>
                  <a:lnTo>
                    <a:pt x="80987" y="1270"/>
                  </a:lnTo>
                  <a:close/>
                </a:path>
                <a:path w="171450" h="5079">
                  <a:moveTo>
                    <a:pt x="103479" y="1270"/>
                  </a:moveTo>
                  <a:lnTo>
                    <a:pt x="103416" y="0"/>
                  </a:lnTo>
                  <a:lnTo>
                    <a:pt x="90030" y="0"/>
                  </a:lnTo>
                  <a:lnTo>
                    <a:pt x="90030" y="1270"/>
                  </a:lnTo>
                  <a:lnTo>
                    <a:pt x="89979" y="3810"/>
                  </a:lnTo>
                  <a:lnTo>
                    <a:pt x="90716" y="3810"/>
                  </a:lnTo>
                  <a:lnTo>
                    <a:pt x="90716" y="5080"/>
                  </a:lnTo>
                  <a:lnTo>
                    <a:pt x="102730" y="5080"/>
                  </a:lnTo>
                  <a:lnTo>
                    <a:pt x="102730" y="3810"/>
                  </a:lnTo>
                  <a:lnTo>
                    <a:pt x="103479" y="3810"/>
                  </a:lnTo>
                  <a:lnTo>
                    <a:pt x="103479" y="1270"/>
                  </a:lnTo>
                  <a:close/>
                </a:path>
                <a:path w="171450" h="5079">
                  <a:moveTo>
                    <a:pt x="125984" y="1270"/>
                  </a:moveTo>
                  <a:lnTo>
                    <a:pt x="125907" y="0"/>
                  </a:lnTo>
                  <a:lnTo>
                    <a:pt x="112534" y="0"/>
                  </a:lnTo>
                  <a:lnTo>
                    <a:pt x="112534" y="1270"/>
                  </a:lnTo>
                  <a:lnTo>
                    <a:pt x="112483" y="3810"/>
                  </a:lnTo>
                  <a:lnTo>
                    <a:pt x="113220" y="3810"/>
                  </a:lnTo>
                  <a:lnTo>
                    <a:pt x="113220" y="5080"/>
                  </a:lnTo>
                  <a:lnTo>
                    <a:pt x="125234" y="5080"/>
                  </a:lnTo>
                  <a:lnTo>
                    <a:pt x="125234" y="3810"/>
                  </a:lnTo>
                  <a:lnTo>
                    <a:pt x="125984" y="3810"/>
                  </a:lnTo>
                  <a:lnTo>
                    <a:pt x="125984" y="1270"/>
                  </a:lnTo>
                  <a:close/>
                </a:path>
                <a:path w="171450" h="5079">
                  <a:moveTo>
                    <a:pt x="148475" y="1270"/>
                  </a:moveTo>
                  <a:lnTo>
                    <a:pt x="148412" y="0"/>
                  </a:lnTo>
                  <a:lnTo>
                    <a:pt x="135026" y="0"/>
                  </a:lnTo>
                  <a:lnTo>
                    <a:pt x="135026" y="1270"/>
                  </a:lnTo>
                  <a:lnTo>
                    <a:pt x="134975" y="3810"/>
                  </a:lnTo>
                  <a:lnTo>
                    <a:pt x="135712" y="3810"/>
                  </a:lnTo>
                  <a:lnTo>
                    <a:pt x="135712" y="5080"/>
                  </a:lnTo>
                  <a:lnTo>
                    <a:pt x="147726" y="5080"/>
                  </a:lnTo>
                  <a:lnTo>
                    <a:pt x="147726" y="3810"/>
                  </a:lnTo>
                  <a:lnTo>
                    <a:pt x="148475" y="3810"/>
                  </a:lnTo>
                  <a:lnTo>
                    <a:pt x="148475" y="1270"/>
                  </a:lnTo>
                  <a:close/>
                </a:path>
                <a:path w="171450" h="5079">
                  <a:moveTo>
                    <a:pt x="170967" y="1270"/>
                  </a:moveTo>
                  <a:lnTo>
                    <a:pt x="170903" y="0"/>
                  </a:lnTo>
                  <a:lnTo>
                    <a:pt x="157518" y="0"/>
                  </a:lnTo>
                  <a:lnTo>
                    <a:pt x="157518" y="1270"/>
                  </a:lnTo>
                  <a:lnTo>
                    <a:pt x="157467" y="3810"/>
                  </a:lnTo>
                  <a:lnTo>
                    <a:pt x="158203" y="3810"/>
                  </a:lnTo>
                  <a:lnTo>
                    <a:pt x="158203" y="5080"/>
                  </a:lnTo>
                  <a:lnTo>
                    <a:pt x="170218" y="5080"/>
                  </a:lnTo>
                  <a:lnTo>
                    <a:pt x="170218" y="3810"/>
                  </a:lnTo>
                  <a:lnTo>
                    <a:pt x="170967" y="3810"/>
                  </a:lnTo>
                  <a:lnTo>
                    <a:pt x="170967" y="127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5250" y="3975354"/>
              <a:ext cx="463423" cy="50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455278" y="3975366"/>
              <a:ext cx="171450" cy="5080"/>
            </a:xfrm>
            <a:custGeom>
              <a:avLst/>
              <a:gdLst/>
              <a:ahLst/>
              <a:cxnLst/>
              <a:rect l="l" t="t" r="r" b="b"/>
              <a:pathLst>
                <a:path w="171450" h="5079">
                  <a:moveTo>
                    <a:pt x="13500" y="1270"/>
                  </a:moveTo>
                  <a:lnTo>
                    <a:pt x="13423" y="0"/>
                  </a:lnTo>
                  <a:lnTo>
                    <a:pt x="50" y="0"/>
                  </a:lnTo>
                  <a:lnTo>
                    <a:pt x="50" y="1270"/>
                  </a:lnTo>
                  <a:lnTo>
                    <a:pt x="0" y="3810"/>
                  </a:lnTo>
                  <a:lnTo>
                    <a:pt x="736" y="3810"/>
                  </a:lnTo>
                  <a:lnTo>
                    <a:pt x="736" y="5080"/>
                  </a:lnTo>
                  <a:lnTo>
                    <a:pt x="12750" y="5080"/>
                  </a:lnTo>
                  <a:lnTo>
                    <a:pt x="12750" y="3810"/>
                  </a:lnTo>
                  <a:lnTo>
                    <a:pt x="13500" y="3810"/>
                  </a:lnTo>
                  <a:lnTo>
                    <a:pt x="13500" y="1270"/>
                  </a:lnTo>
                  <a:close/>
                </a:path>
                <a:path w="171450" h="5079">
                  <a:moveTo>
                    <a:pt x="35991" y="1270"/>
                  </a:moveTo>
                  <a:lnTo>
                    <a:pt x="35928" y="0"/>
                  </a:lnTo>
                  <a:lnTo>
                    <a:pt x="22542" y="0"/>
                  </a:lnTo>
                  <a:lnTo>
                    <a:pt x="22542" y="1270"/>
                  </a:lnTo>
                  <a:lnTo>
                    <a:pt x="22491" y="3810"/>
                  </a:lnTo>
                  <a:lnTo>
                    <a:pt x="23228" y="3810"/>
                  </a:lnTo>
                  <a:lnTo>
                    <a:pt x="23228" y="5080"/>
                  </a:lnTo>
                  <a:lnTo>
                    <a:pt x="35242" y="5080"/>
                  </a:lnTo>
                  <a:lnTo>
                    <a:pt x="35242" y="3810"/>
                  </a:lnTo>
                  <a:lnTo>
                    <a:pt x="35991" y="3810"/>
                  </a:lnTo>
                  <a:lnTo>
                    <a:pt x="35991" y="1270"/>
                  </a:lnTo>
                  <a:close/>
                </a:path>
                <a:path w="171450" h="5079">
                  <a:moveTo>
                    <a:pt x="58483" y="1270"/>
                  </a:moveTo>
                  <a:lnTo>
                    <a:pt x="58420" y="0"/>
                  </a:lnTo>
                  <a:lnTo>
                    <a:pt x="45034" y="0"/>
                  </a:lnTo>
                  <a:lnTo>
                    <a:pt x="45034" y="1270"/>
                  </a:lnTo>
                  <a:lnTo>
                    <a:pt x="44983" y="3810"/>
                  </a:lnTo>
                  <a:lnTo>
                    <a:pt x="45720" y="3810"/>
                  </a:lnTo>
                  <a:lnTo>
                    <a:pt x="45720" y="5080"/>
                  </a:lnTo>
                  <a:lnTo>
                    <a:pt x="57734" y="5080"/>
                  </a:lnTo>
                  <a:lnTo>
                    <a:pt x="57734" y="3810"/>
                  </a:lnTo>
                  <a:lnTo>
                    <a:pt x="58483" y="3810"/>
                  </a:lnTo>
                  <a:lnTo>
                    <a:pt x="58483" y="1270"/>
                  </a:lnTo>
                  <a:close/>
                </a:path>
                <a:path w="171450" h="5079">
                  <a:moveTo>
                    <a:pt x="80987" y="1270"/>
                  </a:moveTo>
                  <a:lnTo>
                    <a:pt x="80924" y="0"/>
                  </a:lnTo>
                  <a:lnTo>
                    <a:pt x="67538" y="0"/>
                  </a:lnTo>
                  <a:lnTo>
                    <a:pt x="67538" y="1270"/>
                  </a:lnTo>
                  <a:lnTo>
                    <a:pt x="67487" y="3810"/>
                  </a:lnTo>
                  <a:lnTo>
                    <a:pt x="68224" y="3810"/>
                  </a:lnTo>
                  <a:lnTo>
                    <a:pt x="68224" y="5080"/>
                  </a:lnTo>
                  <a:lnTo>
                    <a:pt x="80238" y="5080"/>
                  </a:lnTo>
                  <a:lnTo>
                    <a:pt x="80238" y="3810"/>
                  </a:lnTo>
                  <a:lnTo>
                    <a:pt x="80987" y="3810"/>
                  </a:lnTo>
                  <a:lnTo>
                    <a:pt x="80987" y="1270"/>
                  </a:lnTo>
                  <a:close/>
                </a:path>
                <a:path w="171450" h="5079">
                  <a:moveTo>
                    <a:pt x="103479" y="1270"/>
                  </a:moveTo>
                  <a:lnTo>
                    <a:pt x="103416" y="0"/>
                  </a:lnTo>
                  <a:lnTo>
                    <a:pt x="90030" y="0"/>
                  </a:lnTo>
                  <a:lnTo>
                    <a:pt x="90030" y="1270"/>
                  </a:lnTo>
                  <a:lnTo>
                    <a:pt x="89979" y="3810"/>
                  </a:lnTo>
                  <a:lnTo>
                    <a:pt x="90716" y="3810"/>
                  </a:lnTo>
                  <a:lnTo>
                    <a:pt x="90716" y="5080"/>
                  </a:lnTo>
                  <a:lnTo>
                    <a:pt x="102730" y="5080"/>
                  </a:lnTo>
                  <a:lnTo>
                    <a:pt x="102730" y="3810"/>
                  </a:lnTo>
                  <a:lnTo>
                    <a:pt x="103479" y="3810"/>
                  </a:lnTo>
                  <a:lnTo>
                    <a:pt x="103479" y="1270"/>
                  </a:lnTo>
                  <a:close/>
                </a:path>
                <a:path w="171450" h="5079">
                  <a:moveTo>
                    <a:pt x="125971" y="1270"/>
                  </a:moveTo>
                  <a:lnTo>
                    <a:pt x="125907" y="0"/>
                  </a:lnTo>
                  <a:lnTo>
                    <a:pt x="112534" y="0"/>
                  </a:lnTo>
                  <a:lnTo>
                    <a:pt x="112534" y="1270"/>
                  </a:lnTo>
                  <a:lnTo>
                    <a:pt x="112483" y="3810"/>
                  </a:lnTo>
                  <a:lnTo>
                    <a:pt x="113220" y="3810"/>
                  </a:lnTo>
                  <a:lnTo>
                    <a:pt x="113220" y="5080"/>
                  </a:lnTo>
                  <a:lnTo>
                    <a:pt x="125222" y="5080"/>
                  </a:lnTo>
                  <a:lnTo>
                    <a:pt x="125222" y="3810"/>
                  </a:lnTo>
                  <a:lnTo>
                    <a:pt x="125971" y="3810"/>
                  </a:lnTo>
                  <a:lnTo>
                    <a:pt x="125971" y="1270"/>
                  </a:lnTo>
                  <a:close/>
                </a:path>
                <a:path w="171450" h="5079">
                  <a:moveTo>
                    <a:pt x="148475" y="1270"/>
                  </a:moveTo>
                  <a:lnTo>
                    <a:pt x="148412" y="0"/>
                  </a:lnTo>
                  <a:lnTo>
                    <a:pt x="135026" y="0"/>
                  </a:lnTo>
                  <a:lnTo>
                    <a:pt x="135026" y="1270"/>
                  </a:lnTo>
                  <a:lnTo>
                    <a:pt x="134975" y="3810"/>
                  </a:lnTo>
                  <a:lnTo>
                    <a:pt x="135712" y="3810"/>
                  </a:lnTo>
                  <a:lnTo>
                    <a:pt x="135712" y="5080"/>
                  </a:lnTo>
                  <a:lnTo>
                    <a:pt x="147726" y="5080"/>
                  </a:lnTo>
                  <a:lnTo>
                    <a:pt x="147726" y="3810"/>
                  </a:lnTo>
                  <a:lnTo>
                    <a:pt x="148475" y="3810"/>
                  </a:lnTo>
                  <a:lnTo>
                    <a:pt x="148475" y="1270"/>
                  </a:lnTo>
                  <a:close/>
                </a:path>
                <a:path w="171450" h="5079">
                  <a:moveTo>
                    <a:pt x="170967" y="1270"/>
                  </a:moveTo>
                  <a:lnTo>
                    <a:pt x="170903" y="0"/>
                  </a:lnTo>
                  <a:lnTo>
                    <a:pt x="157530" y="0"/>
                  </a:lnTo>
                  <a:lnTo>
                    <a:pt x="157530" y="1270"/>
                  </a:lnTo>
                  <a:lnTo>
                    <a:pt x="157480" y="3810"/>
                  </a:lnTo>
                  <a:lnTo>
                    <a:pt x="158216" y="3810"/>
                  </a:lnTo>
                  <a:lnTo>
                    <a:pt x="158216" y="5080"/>
                  </a:lnTo>
                  <a:lnTo>
                    <a:pt x="170218" y="5080"/>
                  </a:lnTo>
                  <a:lnTo>
                    <a:pt x="170218" y="3810"/>
                  </a:lnTo>
                  <a:lnTo>
                    <a:pt x="170967" y="3810"/>
                  </a:lnTo>
                  <a:lnTo>
                    <a:pt x="170967" y="127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2851" y="3975354"/>
              <a:ext cx="463423" cy="50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02879" y="3975366"/>
              <a:ext cx="171450" cy="5080"/>
            </a:xfrm>
            <a:custGeom>
              <a:avLst/>
              <a:gdLst/>
              <a:ahLst/>
              <a:cxnLst/>
              <a:rect l="l" t="t" r="r" b="b"/>
              <a:pathLst>
                <a:path w="171450" h="5079">
                  <a:moveTo>
                    <a:pt x="13487" y="1270"/>
                  </a:moveTo>
                  <a:lnTo>
                    <a:pt x="13423" y="0"/>
                  </a:lnTo>
                  <a:lnTo>
                    <a:pt x="50" y="0"/>
                  </a:lnTo>
                  <a:lnTo>
                    <a:pt x="50" y="1270"/>
                  </a:lnTo>
                  <a:lnTo>
                    <a:pt x="0" y="3810"/>
                  </a:lnTo>
                  <a:lnTo>
                    <a:pt x="736" y="3810"/>
                  </a:lnTo>
                  <a:lnTo>
                    <a:pt x="736" y="5080"/>
                  </a:lnTo>
                  <a:lnTo>
                    <a:pt x="12750" y="5080"/>
                  </a:lnTo>
                  <a:lnTo>
                    <a:pt x="12750" y="3810"/>
                  </a:lnTo>
                  <a:lnTo>
                    <a:pt x="13487" y="3810"/>
                  </a:lnTo>
                  <a:lnTo>
                    <a:pt x="13487" y="1270"/>
                  </a:lnTo>
                  <a:close/>
                </a:path>
                <a:path w="171450" h="5079">
                  <a:moveTo>
                    <a:pt x="35991" y="1270"/>
                  </a:moveTo>
                  <a:lnTo>
                    <a:pt x="35928" y="0"/>
                  </a:lnTo>
                  <a:lnTo>
                    <a:pt x="22542" y="0"/>
                  </a:lnTo>
                  <a:lnTo>
                    <a:pt x="22542" y="1270"/>
                  </a:lnTo>
                  <a:lnTo>
                    <a:pt x="22491" y="3810"/>
                  </a:lnTo>
                  <a:lnTo>
                    <a:pt x="23228" y="3810"/>
                  </a:lnTo>
                  <a:lnTo>
                    <a:pt x="23228" y="5080"/>
                  </a:lnTo>
                  <a:lnTo>
                    <a:pt x="35242" y="5080"/>
                  </a:lnTo>
                  <a:lnTo>
                    <a:pt x="35242" y="3810"/>
                  </a:lnTo>
                  <a:lnTo>
                    <a:pt x="35991" y="3810"/>
                  </a:lnTo>
                  <a:lnTo>
                    <a:pt x="35991" y="1270"/>
                  </a:lnTo>
                  <a:close/>
                </a:path>
                <a:path w="171450" h="5079">
                  <a:moveTo>
                    <a:pt x="58483" y="1270"/>
                  </a:moveTo>
                  <a:lnTo>
                    <a:pt x="58420" y="0"/>
                  </a:lnTo>
                  <a:lnTo>
                    <a:pt x="45046" y="0"/>
                  </a:lnTo>
                  <a:lnTo>
                    <a:pt x="45046" y="1270"/>
                  </a:lnTo>
                  <a:lnTo>
                    <a:pt x="44996" y="3810"/>
                  </a:lnTo>
                  <a:lnTo>
                    <a:pt x="45732" y="3810"/>
                  </a:lnTo>
                  <a:lnTo>
                    <a:pt x="45732" y="5080"/>
                  </a:lnTo>
                  <a:lnTo>
                    <a:pt x="57734" y="5080"/>
                  </a:lnTo>
                  <a:lnTo>
                    <a:pt x="57734" y="3810"/>
                  </a:lnTo>
                  <a:lnTo>
                    <a:pt x="58483" y="3810"/>
                  </a:lnTo>
                  <a:lnTo>
                    <a:pt x="58483" y="1270"/>
                  </a:lnTo>
                  <a:close/>
                </a:path>
                <a:path w="171450" h="5079">
                  <a:moveTo>
                    <a:pt x="80987" y="1270"/>
                  </a:moveTo>
                  <a:lnTo>
                    <a:pt x="80924" y="0"/>
                  </a:lnTo>
                  <a:lnTo>
                    <a:pt x="67538" y="0"/>
                  </a:lnTo>
                  <a:lnTo>
                    <a:pt x="67538" y="1270"/>
                  </a:lnTo>
                  <a:lnTo>
                    <a:pt x="67487" y="3810"/>
                  </a:lnTo>
                  <a:lnTo>
                    <a:pt x="68224" y="3810"/>
                  </a:lnTo>
                  <a:lnTo>
                    <a:pt x="68224" y="5080"/>
                  </a:lnTo>
                  <a:lnTo>
                    <a:pt x="80238" y="5080"/>
                  </a:lnTo>
                  <a:lnTo>
                    <a:pt x="80238" y="3810"/>
                  </a:lnTo>
                  <a:lnTo>
                    <a:pt x="80987" y="3810"/>
                  </a:lnTo>
                  <a:lnTo>
                    <a:pt x="80987" y="1270"/>
                  </a:lnTo>
                  <a:close/>
                </a:path>
                <a:path w="171450" h="5079">
                  <a:moveTo>
                    <a:pt x="103479" y="1270"/>
                  </a:moveTo>
                  <a:lnTo>
                    <a:pt x="103416" y="0"/>
                  </a:lnTo>
                  <a:lnTo>
                    <a:pt x="90030" y="0"/>
                  </a:lnTo>
                  <a:lnTo>
                    <a:pt x="90030" y="1270"/>
                  </a:lnTo>
                  <a:lnTo>
                    <a:pt x="89979" y="3810"/>
                  </a:lnTo>
                  <a:lnTo>
                    <a:pt x="90716" y="3810"/>
                  </a:lnTo>
                  <a:lnTo>
                    <a:pt x="90716" y="5080"/>
                  </a:lnTo>
                  <a:lnTo>
                    <a:pt x="102730" y="5080"/>
                  </a:lnTo>
                  <a:lnTo>
                    <a:pt x="102730" y="3810"/>
                  </a:lnTo>
                  <a:lnTo>
                    <a:pt x="103479" y="3810"/>
                  </a:lnTo>
                  <a:lnTo>
                    <a:pt x="103479" y="1270"/>
                  </a:lnTo>
                  <a:close/>
                </a:path>
                <a:path w="171450" h="5079">
                  <a:moveTo>
                    <a:pt x="125984" y="1270"/>
                  </a:moveTo>
                  <a:lnTo>
                    <a:pt x="125920" y="0"/>
                  </a:lnTo>
                  <a:lnTo>
                    <a:pt x="112534" y="0"/>
                  </a:lnTo>
                  <a:lnTo>
                    <a:pt x="112534" y="1270"/>
                  </a:lnTo>
                  <a:lnTo>
                    <a:pt x="112483" y="3810"/>
                  </a:lnTo>
                  <a:lnTo>
                    <a:pt x="113220" y="3810"/>
                  </a:lnTo>
                  <a:lnTo>
                    <a:pt x="113220" y="5080"/>
                  </a:lnTo>
                  <a:lnTo>
                    <a:pt x="125234" y="5080"/>
                  </a:lnTo>
                  <a:lnTo>
                    <a:pt x="125234" y="3810"/>
                  </a:lnTo>
                  <a:lnTo>
                    <a:pt x="125984" y="3810"/>
                  </a:lnTo>
                  <a:lnTo>
                    <a:pt x="125984" y="1270"/>
                  </a:lnTo>
                  <a:close/>
                </a:path>
                <a:path w="171450" h="5079">
                  <a:moveTo>
                    <a:pt x="148475" y="1270"/>
                  </a:moveTo>
                  <a:lnTo>
                    <a:pt x="148412" y="0"/>
                  </a:lnTo>
                  <a:lnTo>
                    <a:pt x="135026" y="0"/>
                  </a:lnTo>
                  <a:lnTo>
                    <a:pt x="135026" y="1270"/>
                  </a:lnTo>
                  <a:lnTo>
                    <a:pt x="134975" y="3810"/>
                  </a:lnTo>
                  <a:lnTo>
                    <a:pt x="135712" y="3810"/>
                  </a:lnTo>
                  <a:lnTo>
                    <a:pt x="135712" y="5080"/>
                  </a:lnTo>
                  <a:lnTo>
                    <a:pt x="147726" y="5080"/>
                  </a:lnTo>
                  <a:lnTo>
                    <a:pt x="147726" y="3810"/>
                  </a:lnTo>
                  <a:lnTo>
                    <a:pt x="148475" y="3810"/>
                  </a:lnTo>
                  <a:lnTo>
                    <a:pt x="148475" y="1270"/>
                  </a:lnTo>
                  <a:close/>
                </a:path>
                <a:path w="171450" h="5079">
                  <a:moveTo>
                    <a:pt x="170967" y="1270"/>
                  </a:moveTo>
                  <a:lnTo>
                    <a:pt x="170903" y="0"/>
                  </a:lnTo>
                  <a:lnTo>
                    <a:pt x="157530" y="0"/>
                  </a:lnTo>
                  <a:lnTo>
                    <a:pt x="157530" y="1270"/>
                  </a:lnTo>
                  <a:lnTo>
                    <a:pt x="157467" y="3810"/>
                  </a:lnTo>
                  <a:lnTo>
                    <a:pt x="158203" y="3810"/>
                  </a:lnTo>
                  <a:lnTo>
                    <a:pt x="158203" y="5080"/>
                  </a:lnTo>
                  <a:lnTo>
                    <a:pt x="170218" y="5080"/>
                  </a:lnTo>
                  <a:lnTo>
                    <a:pt x="170218" y="3810"/>
                  </a:lnTo>
                  <a:lnTo>
                    <a:pt x="170967" y="3810"/>
                  </a:lnTo>
                  <a:lnTo>
                    <a:pt x="170967" y="127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2943" y="3975354"/>
              <a:ext cx="440931" cy="50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72972" y="3975366"/>
              <a:ext cx="171450" cy="5080"/>
            </a:xfrm>
            <a:custGeom>
              <a:avLst/>
              <a:gdLst/>
              <a:ahLst/>
              <a:cxnLst/>
              <a:rect l="l" t="t" r="r" b="b"/>
              <a:pathLst>
                <a:path w="171450" h="5079">
                  <a:moveTo>
                    <a:pt x="13500" y="1270"/>
                  </a:moveTo>
                  <a:lnTo>
                    <a:pt x="13423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3810"/>
                  </a:lnTo>
                  <a:lnTo>
                    <a:pt x="736" y="3810"/>
                  </a:lnTo>
                  <a:lnTo>
                    <a:pt x="736" y="5080"/>
                  </a:lnTo>
                  <a:lnTo>
                    <a:pt x="12750" y="5080"/>
                  </a:lnTo>
                  <a:lnTo>
                    <a:pt x="12750" y="3810"/>
                  </a:lnTo>
                  <a:lnTo>
                    <a:pt x="13500" y="3810"/>
                  </a:lnTo>
                  <a:lnTo>
                    <a:pt x="13500" y="1270"/>
                  </a:lnTo>
                  <a:close/>
                </a:path>
                <a:path w="171450" h="5079">
                  <a:moveTo>
                    <a:pt x="35991" y="1270"/>
                  </a:moveTo>
                  <a:lnTo>
                    <a:pt x="35928" y="0"/>
                  </a:lnTo>
                  <a:lnTo>
                    <a:pt x="22555" y="0"/>
                  </a:lnTo>
                  <a:lnTo>
                    <a:pt x="22555" y="1270"/>
                  </a:lnTo>
                  <a:lnTo>
                    <a:pt x="22491" y="3810"/>
                  </a:lnTo>
                  <a:lnTo>
                    <a:pt x="23228" y="3810"/>
                  </a:lnTo>
                  <a:lnTo>
                    <a:pt x="23228" y="5080"/>
                  </a:lnTo>
                  <a:lnTo>
                    <a:pt x="35255" y="5080"/>
                  </a:lnTo>
                  <a:lnTo>
                    <a:pt x="35255" y="3810"/>
                  </a:lnTo>
                  <a:lnTo>
                    <a:pt x="35991" y="3810"/>
                  </a:lnTo>
                  <a:lnTo>
                    <a:pt x="35991" y="1270"/>
                  </a:lnTo>
                  <a:close/>
                </a:path>
                <a:path w="171450" h="5079">
                  <a:moveTo>
                    <a:pt x="58483" y="1270"/>
                  </a:moveTo>
                  <a:lnTo>
                    <a:pt x="58420" y="0"/>
                  </a:lnTo>
                  <a:lnTo>
                    <a:pt x="45046" y="0"/>
                  </a:lnTo>
                  <a:lnTo>
                    <a:pt x="45046" y="1270"/>
                  </a:lnTo>
                  <a:lnTo>
                    <a:pt x="44983" y="3810"/>
                  </a:lnTo>
                  <a:lnTo>
                    <a:pt x="45720" y="3810"/>
                  </a:lnTo>
                  <a:lnTo>
                    <a:pt x="45720" y="5080"/>
                  </a:lnTo>
                  <a:lnTo>
                    <a:pt x="57746" y="5080"/>
                  </a:lnTo>
                  <a:lnTo>
                    <a:pt x="57746" y="3810"/>
                  </a:lnTo>
                  <a:lnTo>
                    <a:pt x="58483" y="3810"/>
                  </a:lnTo>
                  <a:lnTo>
                    <a:pt x="58483" y="1270"/>
                  </a:lnTo>
                  <a:close/>
                </a:path>
                <a:path w="171450" h="5079">
                  <a:moveTo>
                    <a:pt x="80987" y="1270"/>
                  </a:moveTo>
                  <a:lnTo>
                    <a:pt x="80924" y="0"/>
                  </a:lnTo>
                  <a:lnTo>
                    <a:pt x="67551" y="0"/>
                  </a:lnTo>
                  <a:lnTo>
                    <a:pt x="67551" y="1270"/>
                  </a:lnTo>
                  <a:lnTo>
                    <a:pt x="67487" y="3810"/>
                  </a:lnTo>
                  <a:lnTo>
                    <a:pt x="68224" y="3810"/>
                  </a:lnTo>
                  <a:lnTo>
                    <a:pt x="68224" y="5080"/>
                  </a:lnTo>
                  <a:lnTo>
                    <a:pt x="80251" y="5080"/>
                  </a:lnTo>
                  <a:lnTo>
                    <a:pt x="80251" y="3810"/>
                  </a:lnTo>
                  <a:lnTo>
                    <a:pt x="80987" y="3810"/>
                  </a:lnTo>
                  <a:lnTo>
                    <a:pt x="80987" y="1270"/>
                  </a:lnTo>
                  <a:close/>
                </a:path>
                <a:path w="171450" h="5079">
                  <a:moveTo>
                    <a:pt x="103479" y="1270"/>
                  </a:moveTo>
                  <a:lnTo>
                    <a:pt x="103416" y="0"/>
                  </a:lnTo>
                  <a:lnTo>
                    <a:pt x="90043" y="0"/>
                  </a:lnTo>
                  <a:lnTo>
                    <a:pt x="90043" y="1270"/>
                  </a:lnTo>
                  <a:lnTo>
                    <a:pt x="89979" y="3810"/>
                  </a:lnTo>
                  <a:lnTo>
                    <a:pt x="90716" y="3810"/>
                  </a:lnTo>
                  <a:lnTo>
                    <a:pt x="90716" y="5080"/>
                  </a:lnTo>
                  <a:lnTo>
                    <a:pt x="102730" y="5080"/>
                  </a:lnTo>
                  <a:lnTo>
                    <a:pt x="102730" y="3810"/>
                  </a:lnTo>
                  <a:lnTo>
                    <a:pt x="103479" y="3810"/>
                  </a:lnTo>
                  <a:lnTo>
                    <a:pt x="103479" y="1270"/>
                  </a:lnTo>
                  <a:close/>
                </a:path>
                <a:path w="171450" h="5079">
                  <a:moveTo>
                    <a:pt x="125984" y="1270"/>
                  </a:moveTo>
                  <a:lnTo>
                    <a:pt x="125920" y="0"/>
                  </a:lnTo>
                  <a:lnTo>
                    <a:pt x="112534" y="0"/>
                  </a:lnTo>
                  <a:lnTo>
                    <a:pt x="112534" y="1270"/>
                  </a:lnTo>
                  <a:lnTo>
                    <a:pt x="112483" y="3810"/>
                  </a:lnTo>
                  <a:lnTo>
                    <a:pt x="113220" y="3810"/>
                  </a:lnTo>
                  <a:lnTo>
                    <a:pt x="113220" y="5080"/>
                  </a:lnTo>
                  <a:lnTo>
                    <a:pt x="125234" y="5080"/>
                  </a:lnTo>
                  <a:lnTo>
                    <a:pt x="125234" y="3810"/>
                  </a:lnTo>
                  <a:lnTo>
                    <a:pt x="125984" y="3810"/>
                  </a:lnTo>
                  <a:lnTo>
                    <a:pt x="125984" y="1270"/>
                  </a:lnTo>
                  <a:close/>
                </a:path>
                <a:path w="171450" h="5079">
                  <a:moveTo>
                    <a:pt x="148475" y="1270"/>
                  </a:moveTo>
                  <a:lnTo>
                    <a:pt x="148412" y="0"/>
                  </a:lnTo>
                  <a:lnTo>
                    <a:pt x="135026" y="0"/>
                  </a:lnTo>
                  <a:lnTo>
                    <a:pt x="135026" y="1270"/>
                  </a:lnTo>
                  <a:lnTo>
                    <a:pt x="134975" y="3810"/>
                  </a:lnTo>
                  <a:lnTo>
                    <a:pt x="135712" y="3810"/>
                  </a:lnTo>
                  <a:lnTo>
                    <a:pt x="135712" y="5080"/>
                  </a:lnTo>
                  <a:lnTo>
                    <a:pt x="147726" y="5080"/>
                  </a:lnTo>
                  <a:lnTo>
                    <a:pt x="147726" y="3810"/>
                  </a:lnTo>
                  <a:lnTo>
                    <a:pt x="148475" y="3810"/>
                  </a:lnTo>
                  <a:lnTo>
                    <a:pt x="148475" y="1270"/>
                  </a:lnTo>
                  <a:close/>
                </a:path>
                <a:path w="171450" h="5079">
                  <a:moveTo>
                    <a:pt x="170980" y="1270"/>
                  </a:moveTo>
                  <a:lnTo>
                    <a:pt x="170916" y="0"/>
                  </a:lnTo>
                  <a:lnTo>
                    <a:pt x="157530" y="0"/>
                  </a:lnTo>
                  <a:lnTo>
                    <a:pt x="157530" y="1270"/>
                  </a:lnTo>
                  <a:lnTo>
                    <a:pt x="157480" y="3810"/>
                  </a:lnTo>
                  <a:lnTo>
                    <a:pt x="158216" y="3810"/>
                  </a:lnTo>
                  <a:lnTo>
                    <a:pt x="158216" y="5080"/>
                  </a:lnTo>
                  <a:lnTo>
                    <a:pt x="170230" y="5080"/>
                  </a:lnTo>
                  <a:lnTo>
                    <a:pt x="170230" y="3810"/>
                  </a:lnTo>
                  <a:lnTo>
                    <a:pt x="170980" y="3810"/>
                  </a:lnTo>
                  <a:lnTo>
                    <a:pt x="170980" y="127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0543" y="3975354"/>
              <a:ext cx="463431" cy="508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65556" y="3975366"/>
              <a:ext cx="126364" cy="5080"/>
            </a:xfrm>
            <a:custGeom>
              <a:avLst/>
              <a:gdLst/>
              <a:ahLst/>
              <a:cxnLst/>
              <a:rect l="l" t="t" r="r" b="b"/>
              <a:pathLst>
                <a:path w="126365" h="5079">
                  <a:moveTo>
                    <a:pt x="13500" y="1270"/>
                  </a:moveTo>
                  <a:lnTo>
                    <a:pt x="13436" y="0"/>
                  </a:lnTo>
                  <a:lnTo>
                    <a:pt x="63" y="0"/>
                  </a:lnTo>
                  <a:lnTo>
                    <a:pt x="63" y="1270"/>
                  </a:lnTo>
                  <a:lnTo>
                    <a:pt x="0" y="3810"/>
                  </a:lnTo>
                  <a:lnTo>
                    <a:pt x="736" y="3810"/>
                  </a:lnTo>
                  <a:lnTo>
                    <a:pt x="736" y="5080"/>
                  </a:lnTo>
                  <a:lnTo>
                    <a:pt x="12763" y="5080"/>
                  </a:lnTo>
                  <a:lnTo>
                    <a:pt x="12763" y="3810"/>
                  </a:lnTo>
                  <a:lnTo>
                    <a:pt x="13500" y="3810"/>
                  </a:lnTo>
                  <a:lnTo>
                    <a:pt x="13500" y="1270"/>
                  </a:lnTo>
                  <a:close/>
                </a:path>
                <a:path w="126365" h="5079">
                  <a:moveTo>
                    <a:pt x="35991" y="1270"/>
                  </a:moveTo>
                  <a:lnTo>
                    <a:pt x="35928" y="0"/>
                  </a:lnTo>
                  <a:lnTo>
                    <a:pt x="22567" y="0"/>
                  </a:lnTo>
                  <a:lnTo>
                    <a:pt x="22567" y="1270"/>
                  </a:lnTo>
                  <a:lnTo>
                    <a:pt x="22504" y="3810"/>
                  </a:lnTo>
                  <a:lnTo>
                    <a:pt x="23241" y="3810"/>
                  </a:lnTo>
                  <a:lnTo>
                    <a:pt x="23241" y="5080"/>
                  </a:lnTo>
                  <a:lnTo>
                    <a:pt x="35255" y="5080"/>
                  </a:lnTo>
                  <a:lnTo>
                    <a:pt x="35255" y="3810"/>
                  </a:lnTo>
                  <a:lnTo>
                    <a:pt x="35991" y="3810"/>
                  </a:lnTo>
                  <a:lnTo>
                    <a:pt x="35991" y="1270"/>
                  </a:lnTo>
                  <a:close/>
                </a:path>
                <a:path w="126365" h="5079">
                  <a:moveTo>
                    <a:pt x="58496" y="1270"/>
                  </a:moveTo>
                  <a:lnTo>
                    <a:pt x="58432" y="0"/>
                  </a:lnTo>
                  <a:lnTo>
                    <a:pt x="45059" y="0"/>
                  </a:lnTo>
                  <a:lnTo>
                    <a:pt x="45059" y="1270"/>
                  </a:lnTo>
                  <a:lnTo>
                    <a:pt x="44996" y="3810"/>
                  </a:lnTo>
                  <a:lnTo>
                    <a:pt x="45732" y="3810"/>
                  </a:lnTo>
                  <a:lnTo>
                    <a:pt x="45732" y="5080"/>
                  </a:lnTo>
                  <a:lnTo>
                    <a:pt x="57759" y="5080"/>
                  </a:lnTo>
                  <a:lnTo>
                    <a:pt x="57759" y="3810"/>
                  </a:lnTo>
                  <a:lnTo>
                    <a:pt x="58496" y="3810"/>
                  </a:lnTo>
                  <a:lnTo>
                    <a:pt x="58496" y="1270"/>
                  </a:lnTo>
                  <a:close/>
                </a:path>
                <a:path w="126365" h="5079">
                  <a:moveTo>
                    <a:pt x="80987" y="1270"/>
                  </a:moveTo>
                  <a:lnTo>
                    <a:pt x="80924" y="0"/>
                  </a:lnTo>
                  <a:lnTo>
                    <a:pt x="67551" y="0"/>
                  </a:lnTo>
                  <a:lnTo>
                    <a:pt x="67551" y="1270"/>
                  </a:lnTo>
                  <a:lnTo>
                    <a:pt x="67487" y="3810"/>
                  </a:lnTo>
                  <a:lnTo>
                    <a:pt x="68224" y="3810"/>
                  </a:lnTo>
                  <a:lnTo>
                    <a:pt x="68224" y="5080"/>
                  </a:lnTo>
                  <a:lnTo>
                    <a:pt x="80251" y="5080"/>
                  </a:lnTo>
                  <a:lnTo>
                    <a:pt x="80251" y="3810"/>
                  </a:lnTo>
                  <a:lnTo>
                    <a:pt x="80987" y="3810"/>
                  </a:lnTo>
                  <a:lnTo>
                    <a:pt x="80987" y="1270"/>
                  </a:lnTo>
                  <a:close/>
                </a:path>
                <a:path w="126365" h="5079">
                  <a:moveTo>
                    <a:pt x="103492" y="1270"/>
                  </a:moveTo>
                  <a:lnTo>
                    <a:pt x="103428" y="0"/>
                  </a:lnTo>
                  <a:lnTo>
                    <a:pt x="90055" y="0"/>
                  </a:lnTo>
                  <a:lnTo>
                    <a:pt x="90055" y="1270"/>
                  </a:lnTo>
                  <a:lnTo>
                    <a:pt x="89992" y="3810"/>
                  </a:lnTo>
                  <a:lnTo>
                    <a:pt x="90728" y="3810"/>
                  </a:lnTo>
                  <a:lnTo>
                    <a:pt x="90728" y="5080"/>
                  </a:lnTo>
                  <a:lnTo>
                    <a:pt x="102743" y="5080"/>
                  </a:lnTo>
                  <a:lnTo>
                    <a:pt x="102743" y="3810"/>
                  </a:lnTo>
                  <a:lnTo>
                    <a:pt x="103492" y="3810"/>
                  </a:lnTo>
                  <a:lnTo>
                    <a:pt x="103492" y="1270"/>
                  </a:lnTo>
                  <a:close/>
                </a:path>
                <a:path w="126365" h="5079">
                  <a:moveTo>
                    <a:pt x="125984" y="1270"/>
                  </a:moveTo>
                  <a:lnTo>
                    <a:pt x="125920" y="0"/>
                  </a:lnTo>
                  <a:lnTo>
                    <a:pt x="112547" y="0"/>
                  </a:lnTo>
                  <a:lnTo>
                    <a:pt x="112547" y="1270"/>
                  </a:lnTo>
                  <a:lnTo>
                    <a:pt x="112483" y="3810"/>
                  </a:lnTo>
                  <a:lnTo>
                    <a:pt x="113220" y="3810"/>
                  </a:lnTo>
                  <a:lnTo>
                    <a:pt x="113220" y="5080"/>
                  </a:lnTo>
                  <a:lnTo>
                    <a:pt x="125247" y="5080"/>
                  </a:lnTo>
                  <a:lnTo>
                    <a:pt x="125247" y="3810"/>
                  </a:lnTo>
                  <a:lnTo>
                    <a:pt x="125984" y="3810"/>
                  </a:lnTo>
                  <a:lnTo>
                    <a:pt x="125984" y="127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87649" y="3641344"/>
              <a:ext cx="508419" cy="50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07677" y="3641356"/>
              <a:ext cx="171450" cy="5080"/>
            </a:xfrm>
            <a:custGeom>
              <a:avLst/>
              <a:gdLst/>
              <a:ahLst/>
              <a:cxnLst/>
              <a:rect l="l" t="t" r="r" b="b"/>
              <a:pathLst>
                <a:path w="171450" h="5079">
                  <a:moveTo>
                    <a:pt x="13500" y="1270"/>
                  </a:moveTo>
                  <a:lnTo>
                    <a:pt x="13119" y="1270"/>
                  </a:lnTo>
                  <a:lnTo>
                    <a:pt x="13119" y="0"/>
                  </a:lnTo>
                  <a:lnTo>
                    <a:pt x="368" y="0"/>
                  </a:lnTo>
                  <a:lnTo>
                    <a:pt x="368" y="1270"/>
                  </a:lnTo>
                  <a:lnTo>
                    <a:pt x="0" y="1270"/>
                  </a:lnTo>
                  <a:lnTo>
                    <a:pt x="0" y="3810"/>
                  </a:lnTo>
                  <a:lnTo>
                    <a:pt x="431" y="3810"/>
                  </a:lnTo>
                  <a:lnTo>
                    <a:pt x="431" y="5080"/>
                  </a:lnTo>
                  <a:lnTo>
                    <a:pt x="13055" y="5080"/>
                  </a:lnTo>
                  <a:lnTo>
                    <a:pt x="13055" y="3810"/>
                  </a:lnTo>
                  <a:lnTo>
                    <a:pt x="13500" y="3810"/>
                  </a:lnTo>
                  <a:lnTo>
                    <a:pt x="13500" y="1270"/>
                  </a:lnTo>
                  <a:close/>
                </a:path>
                <a:path w="171450" h="5079">
                  <a:moveTo>
                    <a:pt x="35991" y="1270"/>
                  </a:moveTo>
                  <a:lnTo>
                    <a:pt x="35610" y="1270"/>
                  </a:lnTo>
                  <a:lnTo>
                    <a:pt x="35610" y="0"/>
                  </a:lnTo>
                  <a:lnTo>
                    <a:pt x="22860" y="0"/>
                  </a:lnTo>
                  <a:lnTo>
                    <a:pt x="22860" y="1270"/>
                  </a:lnTo>
                  <a:lnTo>
                    <a:pt x="22491" y="1270"/>
                  </a:lnTo>
                  <a:lnTo>
                    <a:pt x="22491" y="3810"/>
                  </a:lnTo>
                  <a:lnTo>
                    <a:pt x="22923" y="3810"/>
                  </a:lnTo>
                  <a:lnTo>
                    <a:pt x="22923" y="5080"/>
                  </a:lnTo>
                  <a:lnTo>
                    <a:pt x="35547" y="5080"/>
                  </a:lnTo>
                  <a:lnTo>
                    <a:pt x="35547" y="3810"/>
                  </a:lnTo>
                  <a:lnTo>
                    <a:pt x="35991" y="3810"/>
                  </a:lnTo>
                  <a:lnTo>
                    <a:pt x="35991" y="1270"/>
                  </a:lnTo>
                  <a:close/>
                </a:path>
                <a:path w="171450" h="5079">
                  <a:moveTo>
                    <a:pt x="58483" y="1270"/>
                  </a:moveTo>
                  <a:lnTo>
                    <a:pt x="58102" y="1270"/>
                  </a:lnTo>
                  <a:lnTo>
                    <a:pt x="58102" y="0"/>
                  </a:lnTo>
                  <a:lnTo>
                    <a:pt x="45364" y="0"/>
                  </a:lnTo>
                  <a:lnTo>
                    <a:pt x="45364" y="1270"/>
                  </a:lnTo>
                  <a:lnTo>
                    <a:pt x="44996" y="1270"/>
                  </a:lnTo>
                  <a:lnTo>
                    <a:pt x="44996" y="3810"/>
                  </a:lnTo>
                  <a:lnTo>
                    <a:pt x="45427" y="3810"/>
                  </a:lnTo>
                  <a:lnTo>
                    <a:pt x="45427" y="5080"/>
                  </a:lnTo>
                  <a:lnTo>
                    <a:pt x="58039" y="5080"/>
                  </a:lnTo>
                  <a:lnTo>
                    <a:pt x="58039" y="3810"/>
                  </a:lnTo>
                  <a:lnTo>
                    <a:pt x="58483" y="3810"/>
                  </a:lnTo>
                  <a:lnTo>
                    <a:pt x="58483" y="1270"/>
                  </a:lnTo>
                  <a:close/>
                </a:path>
                <a:path w="171450" h="5079">
                  <a:moveTo>
                    <a:pt x="80987" y="1270"/>
                  </a:moveTo>
                  <a:lnTo>
                    <a:pt x="80606" y="1270"/>
                  </a:lnTo>
                  <a:lnTo>
                    <a:pt x="80606" y="0"/>
                  </a:lnTo>
                  <a:lnTo>
                    <a:pt x="67856" y="0"/>
                  </a:lnTo>
                  <a:lnTo>
                    <a:pt x="67856" y="1270"/>
                  </a:lnTo>
                  <a:lnTo>
                    <a:pt x="67487" y="1270"/>
                  </a:lnTo>
                  <a:lnTo>
                    <a:pt x="67487" y="3810"/>
                  </a:lnTo>
                  <a:lnTo>
                    <a:pt x="67919" y="3810"/>
                  </a:lnTo>
                  <a:lnTo>
                    <a:pt x="67919" y="5080"/>
                  </a:lnTo>
                  <a:lnTo>
                    <a:pt x="80543" y="5080"/>
                  </a:lnTo>
                  <a:lnTo>
                    <a:pt x="80543" y="3810"/>
                  </a:lnTo>
                  <a:lnTo>
                    <a:pt x="80987" y="3810"/>
                  </a:lnTo>
                  <a:lnTo>
                    <a:pt x="80987" y="1270"/>
                  </a:lnTo>
                  <a:close/>
                </a:path>
                <a:path w="171450" h="5079">
                  <a:moveTo>
                    <a:pt x="103479" y="1270"/>
                  </a:moveTo>
                  <a:lnTo>
                    <a:pt x="103098" y="1270"/>
                  </a:lnTo>
                  <a:lnTo>
                    <a:pt x="103098" y="0"/>
                  </a:lnTo>
                  <a:lnTo>
                    <a:pt x="90347" y="0"/>
                  </a:lnTo>
                  <a:lnTo>
                    <a:pt x="90347" y="1270"/>
                  </a:lnTo>
                  <a:lnTo>
                    <a:pt x="89979" y="1270"/>
                  </a:lnTo>
                  <a:lnTo>
                    <a:pt x="89979" y="3810"/>
                  </a:lnTo>
                  <a:lnTo>
                    <a:pt x="90411" y="3810"/>
                  </a:lnTo>
                  <a:lnTo>
                    <a:pt x="90411" y="5080"/>
                  </a:lnTo>
                  <a:lnTo>
                    <a:pt x="103035" y="5080"/>
                  </a:lnTo>
                  <a:lnTo>
                    <a:pt x="103035" y="3810"/>
                  </a:lnTo>
                  <a:lnTo>
                    <a:pt x="103479" y="3810"/>
                  </a:lnTo>
                  <a:lnTo>
                    <a:pt x="103479" y="1270"/>
                  </a:lnTo>
                  <a:close/>
                </a:path>
                <a:path w="171450" h="5079">
                  <a:moveTo>
                    <a:pt x="125984" y="1270"/>
                  </a:moveTo>
                  <a:lnTo>
                    <a:pt x="125590" y="1270"/>
                  </a:lnTo>
                  <a:lnTo>
                    <a:pt x="125590" y="0"/>
                  </a:lnTo>
                  <a:lnTo>
                    <a:pt x="112852" y="0"/>
                  </a:lnTo>
                  <a:lnTo>
                    <a:pt x="112852" y="1270"/>
                  </a:lnTo>
                  <a:lnTo>
                    <a:pt x="112483" y="1270"/>
                  </a:lnTo>
                  <a:lnTo>
                    <a:pt x="112483" y="3810"/>
                  </a:lnTo>
                  <a:lnTo>
                    <a:pt x="112915" y="3810"/>
                  </a:lnTo>
                  <a:lnTo>
                    <a:pt x="112915" y="5080"/>
                  </a:lnTo>
                  <a:lnTo>
                    <a:pt x="125539" y="5080"/>
                  </a:lnTo>
                  <a:lnTo>
                    <a:pt x="125539" y="3810"/>
                  </a:lnTo>
                  <a:lnTo>
                    <a:pt x="125984" y="3810"/>
                  </a:lnTo>
                  <a:lnTo>
                    <a:pt x="125984" y="1270"/>
                  </a:lnTo>
                  <a:close/>
                </a:path>
                <a:path w="171450" h="5079">
                  <a:moveTo>
                    <a:pt x="148475" y="1270"/>
                  </a:moveTo>
                  <a:lnTo>
                    <a:pt x="148094" y="1270"/>
                  </a:lnTo>
                  <a:lnTo>
                    <a:pt x="148094" y="0"/>
                  </a:lnTo>
                  <a:lnTo>
                    <a:pt x="135343" y="0"/>
                  </a:lnTo>
                  <a:lnTo>
                    <a:pt x="135343" y="1270"/>
                  </a:lnTo>
                  <a:lnTo>
                    <a:pt x="134975" y="1270"/>
                  </a:lnTo>
                  <a:lnTo>
                    <a:pt x="134975" y="3810"/>
                  </a:lnTo>
                  <a:lnTo>
                    <a:pt x="135407" y="3810"/>
                  </a:lnTo>
                  <a:lnTo>
                    <a:pt x="135407" y="5080"/>
                  </a:lnTo>
                  <a:lnTo>
                    <a:pt x="148031" y="5080"/>
                  </a:lnTo>
                  <a:lnTo>
                    <a:pt x="148031" y="3810"/>
                  </a:lnTo>
                  <a:lnTo>
                    <a:pt x="148475" y="3810"/>
                  </a:lnTo>
                  <a:lnTo>
                    <a:pt x="148475" y="1270"/>
                  </a:lnTo>
                  <a:close/>
                </a:path>
                <a:path w="171450" h="5079">
                  <a:moveTo>
                    <a:pt x="170967" y="1270"/>
                  </a:moveTo>
                  <a:lnTo>
                    <a:pt x="170586" y="1270"/>
                  </a:lnTo>
                  <a:lnTo>
                    <a:pt x="170586" y="0"/>
                  </a:lnTo>
                  <a:lnTo>
                    <a:pt x="157835" y="0"/>
                  </a:lnTo>
                  <a:lnTo>
                    <a:pt x="157835" y="1270"/>
                  </a:lnTo>
                  <a:lnTo>
                    <a:pt x="157467" y="1270"/>
                  </a:lnTo>
                  <a:lnTo>
                    <a:pt x="157467" y="3810"/>
                  </a:lnTo>
                  <a:lnTo>
                    <a:pt x="157899" y="3810"/>
                  </a:lnTo>
                  <a:lnTo>
                    <a:pt x="157899" y="5080"/>
                  </a:lnTo>
                  <a:lnTo>
                    <a:pt x="170522" y="5080"/>
                  </a:lnTo>
                  <a:lnTo>
                    <a:pt x="170522" y="3810"/>
                  </a:lnTo>
                  <a:lnTo>
                    <a:pt x="170967" y="3810"/>
                  </a:lnTo>
                  <a:lnTo>
                    <a:pt x="170967" y="127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35250" y="3641344"/>
              <a:ext cx="463423" cy="50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455278" y="3641356"/>
              <a:ext cx="171450" cy="5080"/>
            </a:xfrm>
            <a:custGeom>
              <a:avLst/>
              <a:gdLst/>
              <a:ahLst/>
              <a:cxnLst/>
              <a:rect l="l" t="t" r="r" b="b"/>
              <a:pathLst>
                <a:path w="171450" h="5079">
                  <a:moveTo>
                    <a:pt x="13500" y="1270"/>
                  </a:moveTo>
                  <a:lnTo>
                    <a:pt x="13106" y="1270"/>
                  </a:lnTo>
                  <a:lnTo>
                    <a:pt x="13106" y="0"/>
                  </a:lnTo>
                  <a:lnTo>
                    <a:pt x="368" y="0"/>
                  </a:lnTo>
                  <a:lnTo>
                    <a:pt x="368" y="1270"/>
                  </a:lnTo>
                  <a:lnTo>
                    <a:pt x="0" y="1270"/>
                  </a:lnTo>
                  <a:lnTo>
                    <a:pt x="0" y="3810"/>
                  </a:lnTo>
                  <a:lnTo>
                    <a:pt x="431" y="3810"/>
                  </a:lnTo>
                  <a:lnTo>
                    <a:pt x="431" y="5080"/>
                  </a:lnTo>
                  <a:lnTo>
                    <a:pt x="13055" y="5080"/>
                  </a:lnTo>
                  <a:lnTo>
                    <a:pt x="13055" y="3810"/>
                  </a:lnTo>
                  <a:lnTo>
                    <a:pt x="13500" y="3810"/>
                  </a:lnTo>
                  <a:lnTo>
                    <a:pt x="13500" y="1270"/>
                  </a:lnTo>
                  <a:close/>
                </a:path>
                <a:path w="171450" h="5079">
                  <a:moveTo>
                    <a:pt x="35991" y="1270"/>
                  </a:moveTo>
                  <a:lnTo>
                    <a:pt x="35610" y="1270"/>
                  </a:lnTo>
                  <a:lnTo>
                    <a:pt x="35610" y="0"/>
                  </a:lnTo>
                  <a:lnTo>
                    <a:pt x="22860" y="0"/>
                  </a:lnTo>
                  <a:lnTo>
                    <a:pt x="22860" y="1270"/>
                  </a:lnTo>
                  <a:lnTo>
                    <a:pt x="22491" y="1270"/>
                  </a:lnTo>
                  <a:lnTo>
                    <a:pt x="22491" y="3810"/>
                  </a:lnTo>
                  <a:lnTo>
                    <a:pt x="22923" y="3810"/>
                  </a:lnTo>
                  <a:lnTo>
                    <a:pt x="22923" y="5080"/>
                  </a:lnTo>
                  <a:lnTo>
                    <a:pt x="35547" y="5080"/>
                  </a:lnTo>
                  <a:lnTo>
                    <a:pt x="35547" y="3810"/>
                  </a:lnTo>
                  <a:lnTo>
                    <a:pt x="35991" y="3810"/>
                  </a:lnTo>
                  <a:lnTo>
                    <a:pt x="35991" y="1270"/>
                  </a:lnTo>
                  <a:close/>
                </a:path>
                <a:path w="171450" h="5079">
                  <a:moveTo>
                    <a:pt x="58483" y="1270"/>
                  </a:moveTo>
                  <a:lnTo>
                    <a:pt x="58102" y="1270"/>
                  </a:lnTo>
                  <a:lnTo>
                    <a:pt x="58102" y="0"/>
                  </a:lnTo>
                  <a:lnTo>
                    <a:pt x="45351" y="0"/>
                  </a:lnTo>
                  <a:lnTo>
                    <a:pt x="45351" y="1270"/>
                  </a:lnTo>
                  <a:lnTo>
                    <a:pt x="44983" y="1270"/>
                  </a:lnTo>
                  <a:lnTo>
                    <a:pt x="44983" y="3810"/>
                  </a:lnTo>
                  <a:lnTo>
                    <a:pt x="45415" y="3810"/>
                  </a:lnTo>
                  <a:lnTo>
                    <a:pt x="45415" y="5080"/>
                  </a:lnTo>
                  <a:lnTo>
                    <a:pt x="58039" y="5080"/>
                  </a:lnTo>
                  <a:lnTo>
                    <a:pt x="58039" y="3810"/>
                  </a:lnTo>
                  <a:lnTo>
                    <a:pt x="58483" y="3810"/>
                  </a:lnTo>
                  <a:lnTo>
                    <a:pt x="58483" y="1270"/>
                  </a:lnTo>
                  <a:close/>
                </a:path>
                <a:path w="171450" h="5079">
                  <a:moveTo>
                    <a:pt x="80987" y="1270"/>
                  </a:moveTo>
                  <a:lnTo>
                    <a:pt x="80606" y="1270"/>
                  </a:lnTo>
                  <a:lnTo>
                    <a:pt x="80606" y="0"/>
                  </a:lnTo>
                  <a:lnTo>
                    <a:pt x="67856" y="0"/>
                  </a:lnTo>
                  <a:lnTo>
                    <a:pt x="67856" y="1270"/>
                  </a:lnTo>
                  <a:lnTo>
                    <a:pt x="67487" y="1270"/>
                  </a:lnTo>
                  <a:lnTo>
                    <a:pt x="67487" y="3810"/>
                  </a:lnTo>
                  <a:lnTo>
                    <a:pt x="67919" y="3810"/>
                  </a:lnTo>
                  <a:lnTo>
                    <a:pt x="67919" y="5080"/>
                  </a:lnTo>
                  <a:lnTo>
                    <a:pt x="80543" y="5080"/>
                  </a:lnTo>
                  <a:lnTo>
                    <a:pt x="80543" y="3810"/>
                  </a:lnTo>
                  <a:lnTo>
                    <a:pt x="80987" y="3810"/>
                  </a:lnTo>
                  <a:lnTo>
                    <a:pt x="80987" y="1270"/>
                  </a:lnTo>
                  <a:close/>
                </a:path>
                <a:path w="171450" h="5079">
                  <a:moveTo>
                    <a:pt x="103479" y="1270"/>
                  </a:moveTo>
                  <a:lnTo>
                    <a:pt x="103098" y="1270"/>
                  </a:lnTo>
                  <a:lnTo>
                    <a:pt x="103098" y="0"/>
                  </a:lnTo>
                  <a:lnTo>
                    <a:pt x="90347" y="0"/>
                  </a:lnTo>
                  <a:lnTo>
                    <a:pt x="90347" y="1270"/>
                  </a:lnTo>
                  <a:lnTo>
                    <a:pt x="89979" y="1270"/>
                  </a:lnTo>
                  <a:lnTo>
                    <a:pt x="89979" y="3810"/>
                  </a:lnTo>
                  <a:lnTo>
                    <a:pt x="90411" y="3810"/>
                  </a:lnTo>
                  <a:lnTo>
                    <a:pt x="90411" y="5080"/>
                  </a:lnTo>
                  <a:lnTo>
                    <a:pt x="103035" y="5080"/>
                  </a:lnTo>
                  <a:lnTo>
                    <a:pt x="103035" y="3810"/>
                  </a:lnTo>
                  <a:lnTo>
                    <a:pt x="103479" y="3810"/>
                  </a:lnTo>
                  <a:lnTo>
                    <a:pt x="103479" y="1270"/>
                  </a:lnTo>
                  <a:close/>
                </a:path>
                <a:path w="171450" h="5079">
                  <a:moveTo>
                    <a:pt x="125971" y="1270"/>
                  </a:moveTo>
                  <a:lnTo>
                    <a:pt x="125590" y="1270"/>
                  </a:lnTo>
                  <a:lnTo>
                    <a:pt x="125590" y="0"/>
                  </a:lnTo>
                  <a:lnTo>
                    <a:pt x="112852" y="0"/>
                  </a:lnTo>
                  <a:lnTo>
                    <a:pt x="112852" y="1270"/>
                  </a:lnTo>
                  <a:lnTo>
                    <a:pt x="112483" y="1270"/>
                  </a:lnTo>
                  <a:lnTo>
                    <a:pt x="112483" y="3810"/>
                  </a:lnTo>
                  <a:lnTo>
                    <a:pt x="112915" y="3810"/>
                  </a:lnTo>
                  <a:lnTo>
                    <a:pt x="112915" y="5080"/>
                  </a:lnTo>
                  <a:lnTo>
                    <a:pt x="125526" y="5080"/>
                  </a:lnTo>
                  <a:lnTo>
                    <a:pt x="125526" y="3810"/>
                  </a:lnTo>
                  <a:lnTo>
                    <a:pt x="125971" y="3810"/>
                  </a:lnTo>
                  <a:lnTo>
                    <a:pt x="125971" y="1270"/>
                  </a:lnTo>
                  <a:close/>
                </a:path>
                <a:path w="171450" h="5079">
                  <a:moveTo>
                    <a:pt x="148475" y="1270"/>
                  </a:moveTo>
                  <a:lnTo>
                    <a:pt x="148094" y="1270"/>
                  </a:lnTo>
                  <a:lnTo>
                    <a:pt x="148094" y="0"/>
                  </a:lnTo>
                  <a:lnTo>
                    <a:pt x="135343" y="0"/>
                  </a:lnTo>
                  <a:lnTo>
                    <a:pt x="135343" y="1270"/>
                  </a:lnTo>
                  <a:lnTo>
                    <a:pt x="134975" y="1270"/>
                  </a:lnTo>
                  <a:lnTo>
                    <a:pt x="134975" y="3810"/>
                  </a:lnTo>
                  <a:lnTo>
                    <a:pt x="135407" y="3810"/>
                  </a:lnTo>
                  <a:lnTo>
                    <a:pt x="135407" y="5080"/>
                  </a:lnTo>
                  <a:lnTo>
                    <a:pt x="148031" y="5080"/>
                  </a:lnTo>
                  <a:lnTo>
                    <a:pt x="148031" y="3810"/>
                  </a:lnTo>
                  <a:lnTo>
                    <a:pt x="148475" y="3810"/>
                  </a:lnTo>
                  <a:lnTo>
                    <a:pt x="148475" y="1270"/>
                  </a:lnTo>
                  <a:close/>
                </a:path>
                <a:path w="171450" h="5079">
                  <a:moveTo>
                    <a:pt x="170967" y="1270"/>
                  </a:moveTo>
                  <a:lnTo>
                    <a:pt x="170586" y="1270"/>
                  </a:lnTo>
                  <a:lnTo>
                    <a:pt x="170586" y="0"/>
                  </a:lnTo>
                  <a:lnTo>
                    <a:pt x="157848" y="0"/>
                  </a:lnTo>
                  <a:lnTo>
                    <a:pt x="157848" y="1270"/>
                  </a:lnTo>
                  <a:lnTo>
                    <a:pt x="157480" y="1270"/>
                  </a:lnTo>
                  <a:lnTo>
                    <a:pt x="157480" y="3810"/>
                  </a:lnTo>
                  <a:lnTo>
                    <a:pt x="157911" y="3810"/>
                  </a:lnTo>
                  <a:lnTo>
                    <a:pt x="157911" y="5080"/>
                  </a:lnTo>
                  <a:lnTo>
                    <a:pt x="170522" y="5080"/>
                  </a:lnTo>
                  <a:lnTo>
                    <a:pt x="170522" y="3810"/>
                  </a:lnTo>
                  <a:lnTo>
                    <a:pt x="170967" y="3810"/>
                  </a:lnTo>
                  <a:lnTo>
                    <a:pt x="170967" y="127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82851" y="3641344"/>
              <a:ext cx="463423" cy="50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802879" y="3641356"/>
              <a:ext cx="171450" cy="5080"/>
            </a:xfrm>
            <a:custGeom>
              <a:avLst/>
              <a:gdLst/>
              <a:ahLst/>
              <a:cxnLst/>
              <a:rect l="l" t="t" r="r" b="b"/>
              <a:pathLst>
                <a:path w="171450" h="5079">
                  <a:moveTo>
                    <a:pt x="13487" y="1270"/>
                  </a:moveTo>
                  <a:lnTo>
                    <a:pt x="13106" y="1270"/>
                  </a:lnTo>
                  <a:lnTo>
                    <a:pt x="13106" y="0"/>
                  </a:lnTo>
                  <a:lnTo>
                    <a:pt x="368" y="0"/>
                  </a:lnTo>
                  <a:lnTo>
                    <a:pt x="368" y="1270"/>
                  </a:lnTo>
                  <a:lnTo>
                    <a:pt x="0" y="1270"/>
                  </a:lnTo>
                  <a:lnTo>
                    <a:pt x="0" y="3810"/>
                  </a:lnTo>
                  <a:lnTo>
                    <a:pt x="431" y="3810"/>
                  </a:lnTo>
                  <a:lnTo>
                    <a:pt x="431" y="5080"/>
                  </a:lnTo>
                  <a:lnTo>
                    <a:pt x="13055" y="5080"/>
                  </a:lnTo>
                  <a:lnTo>
                    <a:pt x="13055" y="3810"/>
                  </a:lnTo>
                  <a:lnTo>
                    <a:pt x="13487" y="3810"/>
                  </a:lnTo>
                  <a:lnTo>
                    <a:pt x="13487" y="1270"/>
                  </a:lnTo>
                  <a:close/>
                </a:path>
                <a:path w="171450" h="5079">
                  <a:moveTo>
                    <a:pt x="35991" y="1270"/>
                  </a:moveTo>
                  <a:lnTo>
                    <a:pt x="35610" y="1270"/>
                  </a:lnTo>
                  <a:lnTo>
                    <a:pt x="35610" y="0"/>
                  </a:lnTo>
                  <a:lnTo>
                    <a:pt x="22860" y="0"/>
                  </a:lnTo>
                  <a:lnTo>
                    <a:pt x="22860" y="1270"/>
                  </a:lnTo>
                  <a:lnTo>
                    <a:pt x="22491" y="1270"/>
                  </a:lnTo>
                  <a:lnTo>
                    <a:pt x="22491" y="3810"/>
                  </a:lnTo>
                  <a:lnTo>
                    <a:pt x="22923" y="3810"/>
                  </a:lnTo>
                  <a:lnTo>
                    <a:pt x="22923" y="5080"/>
                  </a:lnTo>
                  <a:lnTo>
                    <a:pt x="35547" y="5080"/>
                  </a:lnTo>
                  <a:lnTo>
                    <a:pt x="35547" y="3810"/>
                  </a:lnTo>
                  <a:lnTo>
                    <a:pt x="35991" y="3810"/>
                  </a:lnTo>
                  <a:lnTo>
                    <a:pt x="35991" y="1270"/>
                  </a:lnTo>
                  <a:close/>
                </a:path>
                <a:path w="171450" h="5079">
                  <a:moveTo>
                    <a:pt x="58483" y="1270"/>
                  </a:moveTo>
                  <a:lnTo>
                    <a:pt x="58102" y="1270"/>
                  </a:lnTo>
                  <a:lnTo>
                    <a:pt x="58102" y="0"/>
                  </a:lnTo>
                  <a:lnTo>
                    <a:pt x="45364" y="0"/>
                  </a:lnTo>
                  <a:lnTo>
                    <a:pt x="45364" y="1270"/>
                  </a:lnTo>
                  <a:lnTo>
                    <a:pt x="44996" y="1270"/>
                  </a:lnTo>
                  <a:lnTo>
                    <a:pt x="44996" y="3810"/>
                  </a:lnTo>
                  <a:lnTo>
                    <a:pt x="45427" y="3810"/>
                  </a:lnTo>
                  <a:lnTo>
                    <a:pt x="45427" y="5080"/>
                  </a:lnTo>
                  <a:lnTo>
                    <a:pt x="58039" y="5080"/>
                  </a:lnTo>
                  <a:lnTo>
                    <a:pt x="58039" y="3810"/>
                  </a:lnTo>
                  <a:lnTo>
                    <a:pt x="58483" y="3810"/>
                  </a:lnTo>
                  <a:lnTo>
                    <a:pt x="58483" y="1270"/>
                  </a:lnTo>
                  <a:close/>
                </a:path>
                <a:path w="171450" h="5079">
                  <a:moveTo>
                    <a:pt x="80987" y="1270"/>
                  </a:moveTo>
                  <a:lnTo>
                    <a:pt x="80606" y="1270"/>
                  </a:lnTo>
                  <a:lnTo>
                    <a:pt x="80606" y="0"/>
                  </a:lnTo>
                  <a:lnTo>
                    <a:pt x="67856" y="0"/>
                  </a:lnTo>
                  <a:lnTo>
                    <a:pt x="67856" y="1270"/>
                  </a:lnTo>
                  <a:lnTo>
                    <a:pt x="67487" y="1270"/>
                  </a:lnTo>
                  <a:lnTo>
                    <a:pt x="67487" y="3810"/>
                  </a:lnTo>
                  <a:lnTo>
                    <a:pt x="67919" y="3810"/>
                  </a:lnTo>
                  <a:lnTo>
                    <a:pt x="67919" y="5080"/>
                  </a:lnTo>
                  <a:lnTo>
                    <a:pt x="80543" y="5080"/>
                  </a:lnTo>
                  <a:lnTo>
                    <a:pt x="80543" y="3810"/>
                  </a:lnTo>
                  <a:lnTo>
                    <a:pt x="80987" y="3810"/>
                  </a:lnTo>
                  <a:lnTo>
                    <a:pt x="80987" y="1270"/>
                  </a:lnTo>
                  <a:close/>
                </a:path>
                <a:path w="171450" h="5079">
                  <a:moveTo>
                    <a:pt x="103479" y="1270"/>
                  </a:moveTo>
                  <a:lnTo>
                    <a:pt x="103098" y="1270"/>
                  </a:lnTo>
                  <a:lnTo>
                    <a:pt x="103098" y="0"/>
                  </a:lnTo>
                  <a:lnTo>
                    <a:pt x="90347" y="0"/>
                  </a:lnTo>
                  <a:lnTo>
                    <a:pt x="90347" y="1270"/>
                  </a:lnTo>
                  <a:lnTo>
                    <a:pt x="89979" y="1270"/>
                  </a:lnTo>
                  <a:lnTo>
                    <a:pt x="89979" y="3810"/>
                  </a:lnTo>
                  <a:lnTo>
                    <a:pt x="90411" y="3810"/>
                  </a:lnTo>
                  <a:lnTo>
                    <a:pt x="90411" y="5080"/>
                  </a:lnTo>
                  <a:lnTo>
                    <a:pt x="103035" y="5080"/>
                  </a:lnTo>
                  <a:lnTo>
                    <a:pt x="103035" y="3810"/>
                  </a:lnTo>
                  <a:lnTo>
                    <a:pt x="103479" y="3810"/>
                  </a:lnTo>
                  <a:lnTo>
                    <a:pt x="103479" y="1270"/>
                  </a:lnTo>
                  <a:close/>
                </a:path>
                <a:path w="171450" h="5079">
                  <a:moveTo>
                    <a:pt x="125984" y="1270"/>
                  </a:moveTo>
                  <a:lnTo>
                    <a:pt x="125603" y="1270"/>
                  </a:lnTo>
                  <a:lnTo>
                    <a:pt x="125603" y="0"/>
                  </a:lnTo>
                  <a:lnTo>
                    <a:pt x="112852" y="0"/>
                  </a:lnTo>
                  <a:lnTo>
                    <a:pt x="112852" y="1270"/>
                  </a:lnTo>
                  <a:lnTo>
                    <a:pt x="112483" y="1270"/>
                  </a:lnTo>
                  <a:lnTo>
                    <a:pt x="112483" y="3810"/>
                  </a:lnTo>
                  <a:lnTo>
                    <a:pt x="112915" y="3810"/>
                  </a:lnTo>
                  <a:lnTo>
                    <a:pt x="112915" y="5080"/>
                  </a:lnTo>
                  <a:lnTo>
                    <a:pt x="125539" y="5080"/>
                  </a:lnTo>
                  <a:lnTo>
                    <a:pt x="125539" y="3810"/>
                  </a:lnTo>
                  <a:lnTo>
                    <a:pt x="125984" y="3810"/>
                  </a:lnTo>
                  <a:lnTo>
                    <a:pt x="125984" y="1270"/>
                  </a:lnTo>
                  <a:close/>
                </a:path>
                <a:path w="171450" h="5079">
                  <a:moveTo>
                    <a:pt x="148475" y="1270"/>
                  </a:moveTo>
                  <a:lnTo>
                    <a:pt x="148094" y="1270"/>
                  </a:lnTo>
                  <a:lnTo>
                    <a:pt x="148094" y="0"/>
                  </a:lnTo>
                  <a:lnTo>
                    <a:pt x="135343" y="0"/>
                  </a:lnTo>
                  <a:lnTo>
                    <a:pt x="135343" y="1270"/>
                  </a:lnTo>
                  <a:lnTo>
                    <a:pt x="134975" y="1270"/>
                  </a:lnTo>
                  <a:lnTo>
                    <a:pt x="134975" y="3810"/>
                  </a:lnTo>
                  <a:lnTo>
                    <a:pt x="135407" y="3810"/>
                  </a:lnTo>
                  <a:lnTo>
                    <a:pt x="135407" y="5080"/>
                  </a:lnTo>
                  <a:lnTo>
                    <a:pt x="148031" y="5080"/>
                  </a:lnTo>
                  <a:lnTo>
                    <a:pt x="148031" y="3810"/>
                  </a:lnTo>
                  <a:lnTo>
                    <a:pt x="148475" y="3810"/>
                  </a:lnTo>
                  <a:lnTo>
                    <a:pt x="148475" y="1270"/>
                  </a:lnTo>
                  <a:close/>
                </a:path>
                <a:path w="171450" h="5079">
                  <a:moveTo>
                    <a:pt x="170967" y="1270"/>
                  </a:moveTo>
                  <a:lnTo>
                    <a:pt x="170586" y="1270"/>
                  </a:lnTo>
                  <a:lnTo>
                    <a:pt x="170586" y="0"/>
                  </a:lnTo>
                  <a:lnTo>
                    <a:pt x="157848" y="0"/>
                  </a:lnTo>
                  <a:lnTo>
                    <a:pt x="157848" y="1270"/>
                  </a:lnTo>
                  <a:lnTo>
                    <a:pt x="157467" y="1270"/>
                  </a:lnTo>
                  <a:lnTo>
                    <a:pt x="157467" y="3810"/>
                  </a:lnTo>
                  <a:lnTo>
                    <a:pt x="157899" y="3810"/>
                  </a:lnTo>
                  <a:lnTo>
                    <a:pt x="157899" y="5080"/>
                  </a:lnTo>
                  <a:lnTo>
                    <a:pt x="170522" y="5080"/>
                  </a:lnTo>
                  <a:lnTo>
                    <a:pt x="170522" y="3810"/>
                  </a:lnTo>
                  <a:lnTo>
                    <a:pt x="170967" y="3810"/>
                  </a:lnTo>
                  <a:lnTo>
                    <a:pt x="170967" y="127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52943" y="3641344"/>
              <a:ext cx="440931" cy="50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172972" y="3641356"/>
              <a:ext cx="171450" cy="5080"/>
            </a:xfrm>
            <a:custGeom>
              <a:avLst/>
              <a:gdLst/>
              <a:ahLst/>
              <a:cxnLst/>
              <a:rect l="l" t="t" r="r" b="b"/>
              <a:pathLst>
                <a:path w="171450" h="5079">
                  <a:moveTo>
                    <a:pt x="13500" y="1270"/>
                  </a:moveTo>
                  <a:lnTo>
                    <a:pt x="13106" y="1270"/>
                  </a:lnTo>
                  <a:lnTo>
                    <a:pt x="13106" y="0"/>
                  </a:lnTo>
                  <a:lnTo>
                    <a:pt x="381" y="0"/>
                  </a:lnTo>
                  <a:lnTo>
                    <a:pt x="381" y="1270"/>
                  </a:lnTo>
                  <a:lnTo>
                    <a:pt x="0" y="1270"/>
                  </a:lnTo>
                  <a:lnTo>
                    <a:pt x="0" y="3810"/>
                  </a:lnTo>
                  <a:lnTo>
                    <a:pt x="431" y="3810"/>
                  </a:lnTo>
                  <a:lnTo>
                    <a:pt x="431" y="5080"/>
                  </a:lnTo>
                  <a:lnTo>
                    <a:pt x="13055" y="5080"/>
                  </a:lnTo>
                  <a:lnTo>
                    <a:pt x="13055" y="3810"/>
                  </a:lnTo>
                  <a:lnTo>
                    <a:pt x="13500" y="3810"/>
                  </a:lnTo>
                  <a:lnTo>
                    <a:pt x="13500" y="1270"/>
                  </a:lnTo>
                  <a:close/>
                </a:path>
                <a:path w="171450" h="5079">
                  <a:moveTo>
                    <a:pt x="35991" y="1270"/>
                  </a:moveTo>
                  <a:lnTo>
                    <a:pt x="35610" y="1270"/>
                  </a:lnTo>
                  <a:lnTo>
                    <a:pt x="35610" y="0"/>
                  </a:lnTo>
                  <a:lnTo>
                    <a:pt x="22872" y="0"/>
                  </a:lnTo>
                  <a:lnTo>
                    <a:pt x="22872" y="1270"/>
                  </a:lnTo>
                  <a:lnTo>
                    <a:pt x="22491" y="1270"/>
                  </a:lnTo>
                  <a:lnTo>
                    <a:pt x="22491" y="3810"/>
                  </a:lnTo>
                  <a:lnTo>
                    <a:pt x="22923" y="3810"/>
                  </a:lnTo>
                  <a:lnTo>
                    <a:pt x="22923" y="5080"/>
                  </a:lnTo>
                  <a:lnTo>
                    <a:pt x="35560" y="5080"/>
                  </a:lnTo>
                  <a:lnTo>
                    <a:pt x="35560" y="3810"/>
                  </a:lnTo>
                  <a:lnTo>
                    <a:pt x="35991" y="3810"/>
                  </a:lnTo>
                  <a:lnTo>
                    <a:pt x="35991" y="1270"/>
                  </a:lnTo>
                  <a:close/>
                </a:path>
                <a:path w="171450" h="5079">
                  <a:moveTo>
                    <a:pt x="58483" y="1270"/>
                  </a:moveTo>
                  <a:lnTo>
                    <a:pt x="58102" y="1270"/>
                  </a:lnTo>
                  <a:lnTo>
                    <a:pt x="58102" y="0"/>
                  </a:lnTo>
                  <a:lnTo>
                    <a:pt x="45364" y="0"/>
                  </a:lnTo>
                  <a:lnTo>
                    <a:pt x="45364" y="1270"/>
                  </a:lnTo>
                  <a:lnTo>
                    <a:pt x="44983" y="1270"/>
                  </a:lnTo>
                  <a:lnTo>
                    <a:pt x="44983" y="3810"/>
                  </a:lnTo>
                  <a:lnTo>
                    <a:pt x="45415" y="3810"/>
                  </a:lnTo>
                  <a:lnTo>
                    <a:pt x="45415" y="5080"/>
                  </a:lnTo>
                  <a:lnTo>
                    <a:pt x="58051" y="5080"/>
                  </a:lnTo>
                  <a:lnTo>
                    <a:pt x="58051" y="3810"/>
                  </a:lnTo>
                  <a:lnTo>
                    <a:pt x="58483" y="3810"/>
                  </a:lnTo>
                  <a:lnTo>
                    <a:pt x="58483" y="1270"/>
                  </a:lnTo>
                  <a:close/>
                </a:path>
                <a:path w="171450" h="5079">
                  <a:moveTo>
                    <a:pt x="80987" y="1270"/>
                  </a:moveTo>
                  <a:lnTo>
                    <a:pt x="80606" y="1270"/>
                  </a:lnTo>
                  <a:lnTo>
                    <a:pt x="80606" y="0"/>
                  </a:lnTo>
                  <a:lnTo>
                    <a:pt x="67868" y="0"/>
                  </a:lnTo>
                  <a:lnTo>
                    <a:pt x="67868" y="1270"/>
                  </a:lnTo>
                  <a:lnTo>
                    <a:pt x="67487" y="1270"/>
                  </a:lnTo>
                  <a:lnTo>
                    <a:pt x="67487" y="3810"/>
                  </a:lnTo>
                  <a:lnTo>
                    <a:pt x="67919" y="3810"/>
                  </a:lnTo>
                  <a:lnTo>
                    <a:pt x="67919" y="5080"/>
                  </a:lnTo>
                  <a:lnTo>
                    <a:pt x="80556" y="5080"/>
                  </a:lnTo>
                  <a:lnTo>
                    <a:pt x="80556" y="3810"/>
                  </a:lnTo>
                  <a:lnTo>
                    <a:pt x="80987" y="3810"/>
                  </a:lnTo>
                  <a:lnTo>
                    <a:pt x="80987" y="1270"/>
                  </a:lnTo>
                  <a:close/>
                </a:path>
                <a:path w="171450" h="5079">
                  <a:moveTo>
                    <a:pt x="103479" y="1270"/>
                  </a:moveTo>
                  <a:lnTo>
                    <a:pt x="103098" y="1270"/>
                  </a:lnTo>
                  <a:lnTo>
                    <a:pt x="103098" y="0"/>
                  </a:lnTo>
                  <a:lnTo>
                    <a:pt x="90360" y="0"/>
                  </a:lnTo>
                  <a:lnTo>
                    <a:pt x="90360" y="1270"/>
                  </a:lnTo>
                  <a:lnTo>
                    <a:pt x="89979" y="1270"/>
                  </a:lnTo>
                  <a:lnTo>
                    <a:pt x="89979" y="3810"/>
                  </a:lnTo>
                  <a:lnTo>
                    <a:pt x="90411" y="3810"/>
                  </a:lnTo>
                  <a:lnTo>
                    <a:pt x="90411" y="5080"/>
                  </a:lnTo>
                  <a:lnTo>
                    <a:pt x="103035" y="5080"/>
                  </a:lnTo>
                  <a:lnTo>
                    <a:pt x="103035" y="3810"/>
                  </a:lnTo>
                  <a:lnTo>
                    <a:pt x="103479" y="3810"/>
                  </a:lnTo>
                  <a:lnTo>
                    <a:pt x="103479" y="1270"/>
                  </a:lnTo>
                  <a:close/>
                </a:path>
                <a:path w="171450" h="5079">
                  <a:moveTo>
                    <a:pt x="125984" y="1270"/>
                  </a:moveTo>
                  <a:lnTo>
                    <a:pt x="125603" y="1270"/>
                  </a:lnTo>
                  <a:lnTo>
                    <a:pt x="125603" y="0"/>
                  </a:lnTo>
                  <a:lnTo>
                    <a:pt x="112852" y="0"/>
                  </a:lnTo>
                  <a:lnTo>
                    <a:pt x="112852" y="1270"/>
                  </a:lnTo>
                  <a:lnTo>
                    <a:pt x="112483" y="1270"/>
                  </a:lnTo>
                  <a:lnTo>
                    <a:pt x="112483" y="3810"/>
                  </a:lnTo>
                  <a:lnTo>
                    <a:pt x="112915" y="3810"/>
                  </a:lnTo>
                  <a:lnTo>
                    <a:pt x="112915" y="5080"/>
                  </a:lnTo>
                  <a:lnTo>
                    <a:pt x="125539" y="5080"/>
                  </a:lnTo>
                  <a:lnTo>
                    <a:pt x="125539" y="3810"/>
                  </a:lnTo>
                  <a:lnTo>
                    <a:pt x="125984" y="3810"/>
                  </a:lnTo>
                  <a:lnTo>
                    <a:pt x="125984" y="1270"/>
                  </a:lnTo>
                  <a:close/>
                </a:path>
                <a:path w="171450" h="5079">
                  <a:moveTo>
                    <a:pt x="148475" y="1270"/>
                  </a:moveTo>
                  <a:lnTo>
                    <a:pt x="148094" y="1270"/>
                  </a:lnTo>
                  <a:lnTo>
                    <a:pt x="148094" y="0"/>
                  </a:lnTo>
                  <a:lnTo>
                    <a:pt x="135343" y="0"/>
                  </a:lnTo>
                  <a:lnTo>
                    <a:pt x="135343" y="1270"/>
                  </a:lnTo>
                  <a:lnTo>
                    <a:pt x="134975" y="1270"/>
                  </a:lnTo>
                  <a:lnTo>
                    <a:pt x="134975" y="3810"/>
                  </a:lnTo>
                  <a:lnTo>
                    <a:pt x="135407" y="3810"/>
                  </a:lnTo>
                  <a:lnTo>
                    <a:pt x="135407" y="5080"/>
                  </a:lnTo>
                  <a:lnTo>
                    <a:pt x="148031" y="5080"/>
                  </a:lnTo>
                  <a:lnTo>
                    <a:pt x="148031" y="3810"/>
                  </a:lnTo>
                  <a:lnTo>
                    <a:pt x="148475" y="3810"/>
                  </a:lnTo>
                  <a:lnTo>
                    <a:pt x="148475" y="1270"/>
                  </a:lnTo>
                  <a:close/>
                </a:path>
                <a:path w="171450" h="5079">
                  <a:moveTo>
                    <a:pt x="170980" y="1270"/>
                  </a:moveTo>
                  <a:lnTo>
                    <a:pt x="170599" y="1270"/>
                  </a:lnTo>
                  <a:lnTo>
                    <a:pt x="170599" y="0"/>
                  </a:lnTo>
                  <a:lnTo>
                    <a:pt x="157848" y="0"/>
                  </a:lnTo>
                  <a:lnTo>
                    <a:pt x="157848" y="1270"/>
                  </a:lnTo>
                  <a:lnTo>
                    <a:pt x="157480" y="1270"/>
                  </a:lnTo>
                  <a:lnTo>
                    <a:pt x="157480" y="3810"/>
                  </a:lnTo>
                  <a:lnTo>
                    <a:pt x="157911" y="3810"/>
                  </a:lnTo>
                  <a:lnTo>
                    <a:pt x="157911" y="5080"/>
                  </a:lnTo>
                  <a:lnTo>
                    <a:pt x="170535" y="5080"/>
                  </a:lnTo>
                  <a:lnTo>
                    <a:pt x="170535" y="3810"/>
                  </a:lnTo>
                  <a:lnTo>
                    <a:pt x="170980" y="3810"/>
                  </a:lnTo>
                  <a:lnTo>
                    <a:pt x="170980" y="127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0543" y="3641344"/>
              <a:ext cx="463431" cy="508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65556" y="3641356"/>
              <a:ext cx="126364" cy="5080"/>
            </a:xfrm>
            <a:custGeom>
              <a:avLst/>
              <a:gdLst/>
              <a:ahLst/>
              <a:cxnLst/>
              <a:rect l="l" t="t" r="r" b="b"/>
              <a:pathLst>
                <a:path w="126365" h="5079">
                  <a:moveTo>
                    <a:pt x="13500" y="1270"/>
                  </a:moveTo>
                  <a:lnTo>
                    <a:pt x="13119" y="1270"/>
                  </a:lnTo>
                  <a:lnTo>
                    <a:pt x="13119" y="0"/>
                  </a:lnTo>
                  <a:lnTo>
                    <a:pt x="381" y="0"/>
                  </a:lnTo>
                  <a:lnTo>
                    <a:pt x="381" y="1270"/>
                  </a:lnTo>
                  <a:lnTo>
                    <a:pt x="0" y="1270"/>
                  </a:lnTo>
                  <a:lnTo>
                    <a:pt x="0" y="3810"/>
                  </a:lnTo>
                  <a:lnTo>
                    <a:pt x="431" y="3810"/>
                  </a:lnTo>
                  <a:lnTo>
                    <a:pt x="431" y="5080"/>
                  </a:lnTo>
                  <a:lnTo>
                    <a:pt x="13068" y="5080"/>
                  </a:lnTo>
                  <a:lnTo>
                    <a:pt x="13068" y="3810"/>
                  </a:lnTo>
                  <a:lnTo>
                    <a:pt x="13500" y="3810"/>
                  </a:lnTo>
                  <a:lnTo>
                    <a:pt x="13500" y="1270"/>
                  </a:lnTo>
                  <a:close/>
                </a:path>
                <a:path w="126365" h="5079">
                  <a:moveTo>
                    <a:pt x="35991" y="1270"/>
                  </a:moveTo>
                  <a:lnTo>
                    <a:pt x="35610" y="1270"/>
                  </a:lnTo>
                  <a:lnTo>
                    <a:pt x="35610" y="0"/>
                  </a:lnTo>
                  <a:lnTo>
                    <a:pt x="22885" y="0"/>
                  </a:lnTo>
                  <a:lnTo>
                    <a:pt x="22885" y="1270"/>
                  </a:lnTo>
                  <a:lnTo>
                    <a:pt x="22504" y="1270"/>
                  </a:lnTo>
                  <a:lnTo>
                    <a:pt x="22504" y="3810"/>
                  </a:lnTo>
                  <a:lnTo>
                    <a:pt x="22936" y="3810"/>
                  </a:lnTo>
                  <a:lnTo>
                    <a:pt x="22936" y="5080"/>
                  </a:lnTo>
                  <a:lnTo>
                    <a:pt x="35560" y="5080"/>
                  </a:lnTo>
                  <a:lnTo>
                    <a:pt x="35560" y="3810"/>
                  </a:lnTo>
                  <a:lnTo>
                    <a:pt x="35991" y="3810"/>
                  </a:lnTo>
                  <a:lnTo>
                    <a:pt x="35991" y="1270"/>
                  </a:lnTo>
                  <a:close/>
                </a:path>
                <a:path w="126365" h="5079">
                  <a:moveTo>
                    <a:pt x="58496" y="1270"/>
                  </a:moveTo>
                  <a:lnTo>
                    <a:pt x="58115" y="1270"/>
                  </a:lnTo>
                  <a:lnTo>
                    <a:pt x="58115" y="0"/>
                  </a:lnTo>
                  <a:lnTo>
                    <a:pt x="45377" y="0"/>
                  </a:lnTo>
                  <a:lnTo>
                    <a:pt x="45377" y="1270"/>
                  </a:lnTo>
                  <a:lnTo>
                    <a:pt x="44996" y="1270"/>
                  </a:lnTo>
                  <a:lnTo>
                    <a:pt x="44996" y="3810"/>
                  </a:lnTo>
                  <a:lnTo>
                    <a:pt x="45427" y="3810"/>
                  </a:lnTo>
                  <a:lnTo>
                    <a:pt x="45427" y="5080"/>
                  </a:lnTo>
                  <a:lnTo>
                    <a:pt x="58064" y="5080"/>
                  </a:lnTo>
                  <a:lnTo>
                    <a:pt x="58064" y="3810"/>
                  </a:lnTo>
                  <a:lnTo>
                    <a:pt x="58496" y="3810"/>
                  </a:lnTo>
                  <a:lnTo>
                    <a:pt x="58496" y="1270"/>
                  </a:lnTo>
                  <a:close/>
                </a:path>
                <a:path w="126365" h="5079">
                  <a:moveTo>
                    <a:pt x="80987" y="1270"/>
                  </a:moveTo>
                  <a:lnTo>
                    <a:pt x="80606" y="1270"/>
                  </a:lnTo>
                  <a:lnTo>
                    <a:pt x="80606" y="0"/>
                  </a:lnTo>
                  <a:lnTo>
                    <a:pt x="67868" y="0"/>
                  </a:lnTo>
                  <a:lnTo>
                    <a:pt x="67868" y="1270"/>
                  </a:lnTo>
                  <a:lnTo>
                    <a:pt x="67487" y="1270"/>
                  </a:lnTo>
                  <a:lnTo>
                    <a:pt x="67487" y="3810"/>
                  </a:lnTo>
                  <a:lnTo>
                    <a:pt x="67919" y="3810"/>
                  </a:lnTo>
                  <a:lnTo>
                    <a:pt x="67919" y="5080"/>
                  </a:lnTo>
                  <a:lnTo>
                    <a:pt x="80556" y="5080"/>
                  </a:lnTo>
                  <a:lnTo>
                    <a:pt x="80556" y="3810"/>
                  </a:lnTo>
                  <a:lnTo>
                    <a:pt x="80987" y="3810"/>
                  </a:lnTo>
                  <a:lnTo>
                    <a:pt x="80987" y="1270"/>
                  </a:lnTo>
                  <a:close/>
                </a:path>
                <a:path w="126365" h="5079">
                  <a:moveTo>
                    <a:pt x="103492" y="1270"/>
                  </a:moveTo>
                  <a:lnTo>
                    <a:pt x="103111" y="1270"/>
                  </a:lnTo>
                  <a:lnTo>
                    <a:pt x="103111" y="0"/>
                  </a:lnTo>
                  <a:lnTo>
                    <a:pt x="90373" y="0"/>
                  </a:lnTo>
                  <a:lnTo>
                    <a:pt x="90373" y="1270"/>
                  </a:lnTo>
                  <a:lnTo>
                    <a:pt x="89992" y="1270"/>
                  </a:lnTo>
                  <a:lnTo>
                    <a:pt x="89992" y="3810"/>
                  </a:lnTo>
                  <a:lnTo>
                    <a:pt x="90424" y="3810"/>
                  </a:lnTo>
                  <a:lnTo>
                    <a:pt x="90424" y="5080"/>
                  </a:lnTo>
                  <a:lnTo>
                    <a:pt x="103060" y="5080"/>
                  </a:lnTo>
                  <a:lnTo>
                    <a:pt x="103060" y="3810"/>
                  </a:lnTo>
                  <a:lnTo>
                    <a:pt x="103492" y="3810"/>
                  </a:lnTo>
                  <a:lnTo>
                    <a:pt x="103492" y="1270"/>
                  </a:lnTo>
                  <a:close/>
                </a:path>
                <a:path w="126365" h="5079">
                  <a:moveTo>
                    <a:pt x="125984" y="1270"/>
                  </a:moveTo>
                  <a:lnTo>
                    <a:pt x="125603" y="1270"/>
                  </a:lnTo>
                  <a:lnTo>
                    <a:pt x="125603" y="0"/>
                  </a:lnTo>
                  <a:lnTo>
                    <a:pt x="112864" y="0"/>
                  </a:lnTo>
                  <a:lnTo>
                    <a:pt x="112864" y="1270"/>
                  </a:lnTo>
                  <a:lnTo>
                    <a:pt x="112483" y="1270"/>
                  </a:lnTo>
                  <a:lnTo>
                    <a:pt x="112483" y="3810"/>
                  </a:lnTo>
                  <a:lnTo>
                    <a:pt x="112915" y="3810"/>
                  </a:lnTo>
                  <a:lnTo>
                    <a:pt x="112915" y="5080"/>
                  </a:lnTo>
                  <a:lnTo>
                    <a:pt x="125552" y="5080"/>
                  </a:lnTo>
                  <a:lnTo>
                    <a:pt x="125552" y="3810"/>
                  </a:lnTo>
                  <a:lnTo>
                    <a:pt x="125984" y="3810"/>
                  </a:lnTo>
                  <a:lnTo>
                    <a:pt x="125984" y="127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87649" y="3307334"/>
              <a:ext cx="508419" cy="508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107677" y="3307346"/>
              <a:ext cx="171450" cy="5080"/>
            </a:xfrm>
            <a:custGeom>
              <a:avLst/>
              <a:gdLst/>
              <a:ahLst/>
              <a:cxnLst/>
              <a:rect l="l" t="t" r="r" b="b"/>
              <a:pathLst>
                <a:path w="171450" h="5079">
                  <a:moveTo>
                    <a:pt x="13500" y="1270"/>
                  </a:moveTo>
                  <a:lnTo>
                    <a:pt x="12801" y="1270"/>
                  </a:lnTo>
                  <a:lnTo>
                    <a:pt x="12801" y="0"/>
                  </a:lnTo>
                  <a:lnTo>
                    <a:pt x="685" y="0"/>
                  </a:lnTo>
                  <a:lnTo>
                    <a:pt x="685" y="1270"/>
                  </a:lnTo>
                  <a:lnTo>
                    <a:pt x="0" y="1270"/>
                  </a:lnTo>
                  <a:lnTo>
                    <a:pt x="0" y="3810"/>
                  </a:lnTo>
                  <a:lnTo>
                    <a:pt x="114" y="5080"/>
                  </a:lnTo>
                  <a:lnTo>
                    <a:pt x="13373" y="5080"/>
                  </a:lnTo>
                  <a:lnTo>
                    <a:pt x="13373" y="3810"/>
                  </a:lnTo>
                  <a:lnTo>
                    <a:pt x="13500" y="3810"/>
                  </a:lnTo>
                  <a:lnTo>
                    <a:pt x="13500" y="1270"/>
                  </a:lnTo>
                  <a:close/>
                </a:path>
                <a:path w="171450" h="5079">
                  <a:moveTo>
                    <a:pt x="35991" y="1270"/>
                  </a:moveTo>
                  <a:lnTo>
                    <a:pt x="35293" y="1270"/>
                  </a:lnTo>
                  <a:lnTo>
                    <a:pt x="35293" y="0"/>
                  </a:lnTo>
                  <a:lnTo>
                    <a:pt x="23177" y="0"/>
                  </a:lnTo>
                  <a:lnTo>
                    <a:pt x="23177" y="1270"/>
                  </a:lnTo>
                  <a:lnTo>
                    <a:pt x="22491" y="1270"/>
                  </a:lnTo>
                  <a:lnTo>
                    <a:pt x="22491" y="3810"/>
                  </a:lnTo>
                  <a:lnTo>
                    <a:pt x="22606" y="5080"/>
                  </a:lnTo>
                  <a:lnTo>
                    <a:pt x="35864" y="5080"/>
                  </a:lnTo>
                  <a:lnTo>
                    <a:pt x="35864" y="3810"/>
                  </a:lnTo>
                  <a:lnTo>
                    <a:pt x="35991" y="3810"/>
                  </a:lnTo>
                  <a:lnTo>
                    <a:pt x="35991" y="1270"/>
                  </a:lnTo>
                  <a:close/>
                </a:path>
                <a:path w="171450" h="5079">
                  <a:moveTo>
                    <a:pt x="58483" y="1270"/>
                  </a:moveTo>
                  <a:lnTo>
                    <a:pt x="57785" y="1270"/>
                  </a:lnTo>
                  <a:lnTo>
                    <a:pt x="57785" y="0"/>
                  </a:lnTo>
                  <a:lnTo>
                    <a:pt x="45681" y="0"/>
                  </a:lnTo>
                  <a:lnTo>
                    <a:pt x="45681" y="1270"/>
                  </a:lnTo>
                  <a:lnTo>
                    <a:pt x="44996" y="1270"/>
                  </a:lnTo>
                  <a:lnTo>
                    <a:pt x="44996" y="3810"/>
                  </a:lnTo>
                  <a:lnTo>
                    <a:pt x="45110" y="5080"/>
                  </a:lnTo>
                  <a:lnTo>
                    <a:pt x="58356" y="5080"/>
                  </a:lnTo>
                  <a:lnTo>
                    <a:pt x="58356" y="3810"/>
                  </a:lnTo>
                  <a:lnTo>
                    <a:pt x="58483" y="3810"/>
                  </a:lnTo>
                  <a:lnTo>
                    <a:pt x="58483" y="1270"/>
                  </a:lnTo>
                  <a:close/>
                </a:path>
                <a:path w="171450" h="5079">
                  <a:moveTo>
                    <a:pt x="80987" y="1270"/>
                  </a:moveTo>
                  <a:lnTo>
                    <a:pt x="80289" y="1270"/>
                  </a:lnTo>
                  <a:lnTo>
                    <a:pt x="80289" y="0"/>
                  </a:lnTo>
                  <a:lnTo>
                    <a:pt x="68173" y="0"/>
                  </a:lnTo>
                  <a:lnTo>
                    <a:pt x="68173" y="1270"/>
                  </a:lnTo>
                  <a:lnTo>
                    <a:pt x="67487" y="1270"/>
                  </a:lnTo>
                  <a:lnTo>
                    <a:pt x="67487" y="3810"/>
                  </a:lnTo>
                  <a:lnTo>
                    <a:pt x="67602" y="5080"/>
                  </a:lnTo>
                  <a:lnTo>
                    <a:pt x="80860" y="5080"/>
                  </a:lnTo>
                  <a:lnTo>
                    <a:pt x="80860" y="3810"/>
                  </a:lnTo>
                  <a:lnTo>
                    <a:pt x="80987" y="3810"/>
                  </a:lnTo>
                  <a:lnTo>
                    <a:pt x="80987" y="1270"/>
                  </a:lnTo>
                  <a:close/>
                </a:path>
                <a:path w="171450" h="5079">
                  <a:moveTo>
                    <a:pt x="103479" y="1270"/>
                  </a:moveTo>
                  <a:lnTo>
                    <a:pt x="102781" y="1270"/>
                  </a:lnTo>
                  <a:lnTo>
                    <a:pt x="102781" y="0"/>
                  </a:lnTo>
                  <a:lnTo>
                    <a:pt x="90665" y="0"/>
                  </a:lnTo>
                  <a:lnTo>
                    <a:pt x="90665" y="1270"/>
                  </a:lnTo>
                  <a:lnTo>
                    <a:pt x="89979" y="1270"/>
                  </a:lnTo>
                  <a:lnTo>
                    <a:pt x="89979" y="3810"/>
                  </a:lnTo>
                  <a:lnTo>
                    <a:pt x="90093" y="5080"/>
                  </a:lnTo>
                  <a:lnTo>
                    <a:pt x="103352" y="5080"/>
                  </a:lnTo>
                  <a:lnTo>
                    <a:pt x="103352" y="3810"/>
                  </a:lnTo>
                  <a:lnTo>
                    <a:pt x="103479" y="3810"/>
                  </a:lnTo>
                  <a:lnTo>
                    <a:pt x="103479" y="1270"/>
                  </a:lnTo>
                  <a:close/>
                </a:path>
                <a:path w="171450" h="5079">
                  <a:moveTo>
                    <a:pt x="125984" y="1270"/>
                  </a:moveTo>
                  <a:lnTo>
                    <a:pt x="125272" y="1270"/>
                  </a:lnTo>
                  <a:lnTo>
                    <a:pt x="125272" y="0"/>
                  </a:lnTo>
                  <a:lnTo>
                    <a:pt x="113169" y="0"/>
                  </a:lnTo>
                  <a:lnTo>
                    <a:pt x="113169" y="1270"/>
                  </a:lnTo>
                  <a:lnTo>
                    <a:pt x="112483" y="1270"/>
                  </a:lnTo>
                  <a:lnTo>
                    <a:pt x="112483" y="3810"/>
                  </a:lnTo>
                  <a:lnTo>
                    <a:pt x="112598" y="5080"/>
                  </a:lnTo>
                  <a:lnTo>
                    <a:pt x="125857" y="5080"/>
                  </a:lnTo>
                  <a:lnTo>
                    <a:pt x="125857" y="3810"/>
                  </a:lnTo>
                  <a:lnTo>
                    <a:pt x="125984" y="3810"/>
                  </a:lnTo>
                  <a:lnTo>
                    <a:pt x="125984" y="1270"/>
                  </a:lnTo>
                  <a:close/>
                </a:path>
                <a:path w="171450" h="5079">
                  <a:moveTo>
                    <a:pt x="148475" y="1270"/>
                  </a:moveTo>
                  <a:lnTo>
                    <a:pt x="147777" y="1270"/>
                  </a:lnTo>
                  <a:lnTo>
                    <a:pt x="147777" y="0"/>
                  </a:lnTo>
                  <a:lnTo>
                    <a:pt x="135661" y="0"/>
                  </a:lnTo>
                  <a:lnTo>
                    <a:pt x="135661" y="1270"/>
                  </a:lnTo>
                  <a:lnTo>
                    <a:pt x="134975" y="1270"/>
                  </a:lnTo>
                  <a:lnTo>
                    <a:pt x="134975" y="3810"/>
                  </a:lnTo>
                  <a:lnTo>
                    <a:pt x="135089" y="5080"/>
                  </a:lnTo>
                  <a:lnTo>
                    <a:pt x="148348" y="5080"/>
                  </a:lnTo>
                  <a:lnTo>
                    <a:pt x="148348" y="3810"/>
                  </a:lnTo>
                  <a:lnTo>
                    <a:pt x="148475" y="3810"/>
                  </a:lnTo>
                  <a:lnTo>
                    <a:pt x="148475" y="1270"/>
                  </a:lnTo>
                  <a:close/>
                </a:path>
                <a:path w="171450" h="5079">
                  <a:moveTo>
                    <a:pt x="170967" y="1270"/>
                  </a:moveTo>
                  <a:lnTo>
                    <a:pt x="170268" y="1270"/>
                  </a:lnTo>
                  <a:lnTo>
                    <a:pt x="170268" y="0"/>
                  </a:lnTo>
                  <a:lnTo>
                    <a:pt x="158153" y="0"/>
                  </a:lnTo>
                  <a:lnTo>
                    <a:pt x="158153" y="1270"/>
                  </a:lnTo>
                  <a:lnTo>
                    <a:pt x="157467" y="1270"/>
                  </a:lnTo>
                  <a:lnTo>
                    <a:pt x="157467" y="3810"/>
                  </a:lnTo>
                  <a:lnTo>
                    <a:pt x="157581" y="5080"/>
                  </a:lnTo>
                  <a:lnTo>
                    <a:pt x="170840" y="5080"/>
                  </a:lnTo>
                  <a:lnTo>
                    <a:pt x="170840" y="3810"/>
                  </a:lnTo>
                  <a:lnTo>
                    <a:pt x="170967" y="3810"/>
                  </a:lnTo>
                  <a:lnTo>
                    <a:pt x="170967" y="127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35250" y="3307334"/>
              <a:ext cx="463423" cy="50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095335" y="3307346"/>
              <a:ext cx="531495" cy="5080"/>
            </a:xfrm>
            <a:custGeom>
              <a:avLst/>
              <a:gdLst/>
              <a:ahLst/>
              <a:cxnLst/>
              <a:rect l="l" t="t" r="r" b="b"/>
              <a:pathLst>
                <a:path w="531494" h="5079">
                  <a:moveTo>
                    <a:pt x="13500" y="1270"/>
                  </a:moveTo>
                  <a:lnTo>
                    <a:pt x="0" y="1270"/>
                  </a:lnTo>
                  <a:lnTo>
                    <a:pt x="0" y="3810"/>
                  </a:lnTo>
                  <a:lnTo>
                    <a:pt x="114" y="5080"/>
                  </a:lnTo>
                  <a:lnTo>
                    <a:pt x="13373" y="5080"/>
                  </a:lnTo>
                  <a:lnTo>
                    <a:pt x="13373" y="3810"/>
                  </a:lnTo>
                  <a:lnTo>
                    <a:pt x="13500" y="3810"/>
                  </a:lnTo>
                  <a:lnTo>
                    <a:pt x="13500" y="1270"/>
                  </a:lnTo>
                  <a:close/>
                </a:path>
                <a:path w="531494" h="5079">
                  <a:moveTo>
                    <a:pt x="35991" y="1270"/>
                  </a:moveTo>
                  <a:lnTo>
                    <a:pt x="35293" y="1270"/>
                  </a:lnTo>
                  <a:lnTo>
                    <a:pt x="35293" y="0"/>
                  </a:lnTo>
                  <a:lnTo>
                    <a:pt x="23177" y="0"/>
                  </a:lnTo>
                  <a:lnTo>
                    <a:pt x="23177" y="1270"/>
                  </a:lnTo>
                  <a:lnTo>
                    <a:pt x="22491" y="1270"/>
                  </a:lnTo>
                  <a:lnTo>
                    <a:pt x="22491" y="3810"/>
                  </a:lnTo>
                  <a:lnTo>
                    <a:pt x="22606" y="5080"/>
                  </a:lnTo>
                  <a:lnTo>
                    <a:pt x="35864" y="5080"/>
                  </a:lnTo>
                  <a:lnTo>
                    <a:pt x="35864" y="3810"/>
                  </a:lnTo>
                  <a:lnTo>
                    <a:pt x="35991" y="3810"/>
                  </a:lnTo>
                  <a:lnTo>
                    <a:pt x="35991" y="1270"/>
                  </a:lnTo>
                  <a:close/>
                </a:path>
                <a:path w="531494" h="5079">
                  <a:moveTo>
                    <a:pt x="58483" y="1270"/>
                  </a:moveTo>
                  <a:lnTo>
                    <a:pt x="57785" y="1270"/>
                  </a:lnTo>
                  <a:lnTo>
                    <a:pt x="57785" y="0"/>
                  </a:lnTo>
                  <a:lnTo>
                    <a:pt x="45681" y="0"/>
                  </a:lnTo>
                  <a:lnTo>
                    <a:pt x="45681" y="1270"/>
                  </a:lnTo>
                  <a:lnTo>
                    <a:pt x="44983" y="1270"/>
                  </a:lnTo>
                  <a:lnTo>
                    <a:pt x="44983" y="3810"/>
                  </a:lnTo>
                  <a:lnTo>
                    <a:pt x="45097" y="5080"/>
                  </a:lnTo>
                  <a:lnTo>
                    <a:pt x="58356" y="5080"/>
                  </a:lnTo>
                  <a:lnTo>
                    <a:pt x="58356" y="3810"/>
                  </a:lnTo>
                  <a:lnTo>
                    <a:pt x="58483" y="3810"/>
                  </a:lnTo>
                  <a:lnTo>
                    <a:pt x="58483" y="1270"/>
                  </a:lnTo>
                  <a:close/>
                </a:path>
                <a:path w="531494" h="5079">
                  <a:moveTo>
                    <a:pt x="80987" y="1270"/>
                  </a:moveTo>
                  <a:lnTo>
                    <a:pt x="80289" y="1270"/>
                  </a:lnTo>
                  <a:lnTo>
                    <a:pt x="80289" y="0"/>
                  </a:lnTo>
                  <a:lnTo>
                    <a:pt x="68173" y="0"/>
                  </a:lnTo>
                  <a:lnTo>
                    <a:pt x="68173" y="1270"/>
                  </a:lnTo>
                  <a:lnTo>
                    <a:pt x="67487" y="1270"/>
                  </a:lnTo>
                  <a:lnTo>
                    <a:pt x="67487" y="3810"/>
                  </a:lnTo>
                  <a:lnTo>
                    <a:pt x="67602" y="5080"/>
                  </a:lnTo>
                  <a:lnTo>
                    <a:pt x="80860" y="5080"/>
                  </a:lnTo>
                  <a:lnTo>
                    <a:pt x="80860" y="3810"/>
                  </a:lnTo>
                  <a:lnTo>
                    <a:pt x="80987" y="3810"/>
                  </a:lnTo>
                  <a:lnTo>
                    <a:pt x="80987" y="1270"/>
                  </a:lnTo>
                  <a:close/>
                </a:path>
                <a:path w="531494" h="5079">
                  <a:moveTo>
                    <a:pt x="103479" y="1270"/>
                  </a:moveTo>
                  <a:lnTo>
                    <a:pt x="102781" y="1270"/>
                  </a:lnTo>
                  <a:lnTo>
                    <a:pt x="102781" y="0"/>
                  </a:lnTo>
                  <a:lnTo>
                    <a:pt x="90665" y="0"/>
                  </a:lnTo>
                  <a:lnTo>
                    <a:pt x="90665" y="1270"/>
                  </a:lnTo>
                  <a:lnTo>
                    <a:pt x="89979" y="1270"/>
                  </a:lnTo>
                  <a:lnTo>
                    <a:pt x="89979" y="3810"/>
                  </a:lnTo>
                  <a:lnTo>
                    <a:pt x="90093" y="5080"/>
                  </a:lnTo>
                  <a:lnTo>
                    <a:pt x="103352" y="5080"/>
                  </a:lnTo>
                  <a:lnTo>
                    <a:pt x="103352" y="3810"/>
                  </a:lnTo>
                  <a:lnTo>
                    <a:pt x="103479" y="3810"/>
                  </a:lnTo>
                  <a:lnTo>
                    <a:pt x="103479" y="1270"/>
                  </a:lnTo>
                  <a:close/>
                </a:path>
                <a:path w="531494" h="5079">
                  <a:moveTo>
                    <a:pt x="125971" y="1270"/>
                  </a:moveTo>
                  <a:lnTo>
                    <a:pt x="125272" y="1270"/>
                  </a:lnTo>
                  <a:lnTo>
                    <a:pt x="125272" y="0"/>
                  </a:lnTo>
                  <a:lnTo>
                    <a:pt x="113169" y="0"/>
                  </a:lnTo>
                  <a:lnTo>
                    <a:pt x="113169" y="1270"/>
                  </a:lnTo>
                  <a:lnTo>
                    <a:pt x="112483" y="1270"/>
                  </a:lnTo>
                  <a:lnTo>
                    <a:pt x="112483" y="3810"/>
                  </a:lnTo>
                  <a:lnTo>
                    <a:pt x="112598" y="5080"/>
                  </a:lnTo>
                  <a:lnTo>
                    <a:pt x="125844" y="5080"/>
                  </a:lnTo>
                  <a:lnTo>
                    <a:pt x="125844" y="3810"/>
                  </a:lnTo>
                  <a:lnTo>
                    <a:pt x="125971" y="3810"/>
                  </a:lnTo>
                  <a:lnTo>
                    <a:pt x="125971" y="1270"/>
                  </a:lnTo>
                  <a:close/>
                </a:path>
                <a:path w="531494" h="5079">
                  <a:moveTo>
                    <a:pt x="148475" y="1270"/>
                  </a:moveTo>
                  <a:lnTo>
                    <a:pt x="147777" y="1270"/>
                  </a:lnTo>
                  <a:lnTo>
                    <a:pt x="147777" y="0"/>
                  </a:lnTo>
                  <a:lnTo>
                    <a:pt x="135661" y="0"/>
                  </a:lnTo>
                  <a:lnTo>
                    <a:pt x="135661" y="1270"/>
                  </a:lnTo>
                  <a:lnTo>
                    <a:pt x="134975" y="1270"/>
                  </a:lnTo>
                  <a:lnTo>
                    <a:pt x="134975" y="3810"/>
                  </a:lnTo>
                  <a:lnTo>
                    <a:pt x="135089" y="5080"/>
                  </a:lnTo>
                  <a:lnTo>
                    <a:pt x="148348" y="5080"/>
                  </a:lnTo>
                  <a:lnTo>
                    <a:pt x="148348" y="3810"/>
                  </a:lnTo>
                  <a:lnTo>
                    <a:pt x="148475" y="3810"/>
                  </a:lnTo>
                  <a:lnTo>
                    <a:pt x="148475" y="1270"/>
                  </a:lnTo>
                  <a:close/>
                </a:path>
                <a:path w="531494" h="5079">
                  <a:moveTo>
                    <a:pt x="170967" y="1270"/>
                  </a:moveTo>
                  <a:lnTo>
                    <a:pt x="170268" y="1270"/>
                  </a:lnTo>
                  <a:lnTo>
                    <a:pt x="170268" y="0"/>
                  </a:lnTo>
                  <a:lnTo>
                    <a:pt x="158153" y="0"/>
                  </a:lnTo>
                  <a:lnTo>
                    <a:pt x="158153" y="1270"/>
                  </a:lnTo>
                  <a:lnTo>
                    <a:pt x="157467" y="1270"/>
                  </a:lnTo>
                  <a:lnTo>
                    <a:pt x="157467" y="3810"/>
                  </a:lnTo>
                  <a:lnTo>
                    <a:pt x="157581" y="5080"/>
                  </a:lnTo>
                  <a:lnTo>
                    <a:pt x="170840" y="5080"/>
                  </a:lnTo>
                  <a:lnTo>
                    <a:pt x="170840" y="3810"/>
                  </a:lnTo>
                  <a:lnTo>
                    <a:pt x="170967" y="3810"/>
                  </a:lnTo>
                  <a:lnTo>
                    <a:pt x="170967" y="1270"/>
                  </a:lnTo>
                  <a:close/>
                </a:path>
                <a:path w="531494" h="5079">
                  <a:moveTo>
                    <a:pt x="193471" y="1270"/>
                  </a:moveTo>
                  <a:lnTo>
                    <a:pt x="192760" y="1270"/>
                  </a:lnTo>
                  <a:lnTo>
                    <a:pt x="192760" y="0"/>
                  </a:lnTo>
                  <a:lnTo>
                    <a:pt x="180657" y="0"/>
                  </a:lnTo>
                  <a:lnTo>
                    <a:pt x="180657" y="1270"/>
                  </a:lnTo>
                  <a:lnTo>
                    <a:pt x="179971" y="1270"/>
                  </a:lnTo>
                  <a:lnTo>
                    <a:pt x="179971" y="3810"/>
                  </a:lnTo>
                  <a:lnTo>
                    <a:pt x="180086" y="5080"/>
                  </a:lnTo>
                  <a:lnTo>
                    <a:pt x="193344" y="5080"/>
                  </a:lnTo>
                  <a:lnTo>
                    <a:pt x="193344" y="3810"/>
                  </a:lnTo>
                  <a:lnTo>
                    <a:pt x="193471" y="3810"/>
                  </a:lnTo>
                  <a:lnTo>
                    <a:pt x="193471" y="1270"/>
                  </a:lnTo>
                  <a:close/>
                </a:path>
                <a:path w="531494" h="5079">
                  <a:moveTo>
                    <a:pt x="215963" y="1270"/>
                  </a:moveTo>
                  <a:lnTo>
                    <a:pt x="215265" y="1270"/>
                  </a:lnTo>
                  <a:lnTo>
                    <a:pt x="215265" y="0"/>
                  </a:lnTo>
                  <a:lnTo>
                    <a:pt x="203149" y="0"/>
                  </a:lnTo>
                  <a:lnTo>
                    <a:pt x="203149" y="1270"/>
                  </a:lnTo>
                  <a:lnTo>
                    <a:pt x="202463" y="1270"/>
                  </a:lnTo>
                  <a:lnTo>
                    <a:pt x="202463" y="3810"/>
                  </a:lnTo>
                  <a:lnTo>
                    <a:pt x="202577" y="5080"/>
                  </a:lnTo>
                  <a:lnTo>
                    <a:pt x="215836" y="5080"/>
                  </a:lnTo>
                  <a:lnTo>
                    <a:pt x="215836" y="3810"/>
                  </a:lnTo>
                  <a:lnTo>
                    <a:pt x="215963" y="3810"/>
                  </a:lnTo>
                  <a:lnTo>
                    <a:pt x="215963" y="1270"/>
                  </a:lnTo>
                  <a:close/>
                </a:path>
                <a:path w="531494" h="5079">
                  <a:moveTo>
                    <a:pt x="238455" y="1270"/>
                  </a:moveTo>
                  <a:lnTo>
                    <a:pt x="237756" y="1270"/>
                  </a:lnTo>
                  <a:lnTo>
                    <a:pt x="237756" y="0"/>
                  </a:lnTo>
                  <a:lnTo>
                    <a:pt x="225640" y="0"/>
                  </a:lnTo>
                  <a:lnTo>
                    <a:pt x="225640" y="1270"/>
                  </a:lnTo>
                  <a:lnTo>
                    <a:pt x="224955" y="1270"/>
                  </a:lnTo>
                  <a:lnTo>
                    <a:pt x="224955" y="3810"/>
                  </a:lnTo>
                  <a:lnTo>
                    <a:pt x="225069" y="5080"/>
                  </a:lnTo>
                  <a:lnTo>
                    <a:pt x="238328" y="5080"/>
                  </a:lnTo>
                  <a:lnTo>
                    <a:pt x="238328" y="3810"/>
                  </a:lnTo>
                  <a:lnTo>
                    <a:pt x="238455" y="3810"/>
                  </a:lnTo>
                  <a:lnTo>
                    <a:pt x="238455" y="1270"/>
                  </a:lnTo>
                  <a:close/>
                </a:path>
                <a:path w="531494" h="5079">
                  <a:moveTo>
                    <a:pt x="260959" y="1270"/>
                  </a:moveTo>
                  <a:lnTo>
                    <a:pt x="260261" y="1270"/>
                  </a:lnTo>
                  <a:lnTo>
                    <a:pt x="260261" y="0"/>
                  </a:lnTo>
                  <a:lnTo>
                    <a:pt x="248145" y="0"/>
                  </a:lnTo>
                  <a:lnTo>
                    <a:pt x="248145" y="1270"/>
                  </a:lnTo>
                  <a:lnTo>
                    <a:pt x="247459" y="1270"/>
                  </a:lnTo>
                  <a:lnTo>
                    <a:pt x="247459" y="3810"/>
                  </a:lnTo>
                  <a:lnTo>
                    <a:pt x="247573" y="5080"/>
                  </a:lnTo>
                  <a:lnTo>
                    <a:pt x="260832" y="5080"/>
                  </a:lnTo>
                  <a:lnTo>
                    <a:pt x="260832" y="3810"/>
                  </a:lnTo>
                  <a:lnTo>
                    <a:pt x="260959" y="3810"/>
                  </a:lnTo>
                  <a:lnTo>
                    <a:pt x="260959" y="1270"/>
                  </a:lnTo>
                  <a:close/>
                </a:path>
                <a:path w="531494" h="5079">
                  <a:moveTo>
                    <a:pt x="283451" y="1270"/>
                  </a:moveTo>
                  <a:lnTo>
                    <a:pt x="282752" y="1270"/>
                  </a:lnTo>
                  <a:lnTo>
                    <a:pt x="282752" y="0"/>
                  </a:lnTo>
                  <a:lnTo>
                    <a:pt x="270637" y="0"/>
                  </a:lnTo>
                  <a:lnTo>
                    <a:pt x="270637" y="1270"/>
                  </a:lnTo>
                  <a:lnTo>
                    <a:pt x="269951" y="1270"/>
                  </a:lnTo>
                  <a:lnTo>
                    <a:pt x="269951" y="3810"/>
                  </a:lnTo>
                  <a:lnTo>
                    <a:pt x="270065" y="5080"/>
                  </a:lnTo>
                  <a:lnTo>
                    <a:pt x="283324" y="5080"/>
                  </a:lnTo>
                  <a:lnTo>
                    <a:pt x="283324" y="3810"/>
                  </a:lnTo>
                  <a:lnTo>
                    <a:pt x="283451" y="3810"/>
                  </a:lnTo>
                  <a:lnTo>
                    <a:pt x="283451" y="1270"/>
                  </a:lnTo>
                  <a:close/>
                </a:path>
                <a:path w="531494" h="5079">
                  <a:moveTo>
                    <a:pt x="305943" y="1270"/>
                  </a:moveTo>
                  <a:lnTo>
                    <a:pt x="305244" y="1270"/>
                  </a:lnTo>
                  <a:lnTo>
                    <a:pt x="305244" y="0"/>
                  </a:lnTo>
                  <a:lnTo>
                    <a:pt x="293141" y="0"/>
                  </a:lnTo>
                  <a:lnTo>
                    <a:pt x="293141" y="1270"/>
                  </a:lnTo>
                  <a:lnTo>
                    <a:pt x="292442" y="1270"/>
                  </a:lnTo>
                  <a:lnTo>
                    <a:pt x="292442" y="3810"/>
                  </a:lnTo>
                  <a:lnTo>
                    <a:pt x="292557" y="5080"/>
                  </a:lnTo>
                  <a:lnTo>
                    <a:pt x="305816" y="5080"/>
                  </a:lnTo>
                  <a:lnTo>
                    <a:pt x="305816" y="3810"/>
                  </a:lnTo>
                  <a:lnTo>
                    <a:pt x="305943" y="3810"/>
                  </a:lnTo>
                  <a:lnTo>
                    <a:pt x="305943" y="1270"/>
                  </a:lnTo>
                  <a:close/>
                </a:path>
                <a:path w="531494" h="5079">
                  <a:moveTo>
                    <a:pt x="328447" y="1270"/>
                  </a:moveTo>
                  <a:lnTo>
                    <a:pt x="327748" y="1270"/>
                  </a:lnTo>
                  <a:lnTo>
                    <a:pt x="327748" y="0"/>
                  </a:lnTo>
                  <a:lnTo>
                    <a:pt x="315633" y="0"/>
                  </a:lnTo>
                  <a:lnTo>
                    <a:pt x="315633" y="1270"/>
                  </a:lnTo>
                  <a:lnTo>
                    <a:pt x="314947" y="1270"/>
                  </a:lnTo>
                  <a:lnTo>
                    <a:pt x="314947" y="3810"/>
                  </a:lnTo>
                  <a:lnTo>
                    <a:pt x="315061" y="5080"/>
                  </a:lnTo>
                  <a:lnTo>
                    <a:pt x="328320" y="5080"/>
                  </a:lnTo>
                  <a:lnTo>
                    <a:pt x="328320" y="3810"/>
                  </a:lnTo>
                  <a:lnTo>
                    <a:pt x="328447" y="3810"/>
                  </a:lnTo>
                  <a:lnTo>
                    <a:pt x="328447" y="1270"/>
                  </a:lnTo>
                  <a:close/>
                </a:path>
                <a:path w="531494" h="5079">
                  <a:moveTo>
                    <a:pt x="350939" y="1270"/>
                  </a:moveTo>
                  <a:lnTo>
                    <a:pt x="350240" y="1270"/>
                  </a:lnTo>
                  <a:lnTo>
                    <a:pt x="350240" y="0"/>
                  </a:lnTo>
                  <a:lnTo>
                    <a:pt x="338124" y="0"/>
                  </a:lnTo>
                  <a:lnTo>
                    <a:pt x="338124" y="1270"/>
                  </a:lnTo>
                  <a:lnTo>
                    <a:pt x="337439" y="1270"/>
                  </a:lnTo>
                  <a:lnTo>
                    <a:pt x="337439" y="3810"/>
                  </a:lnTo>
                  <a:lnTo>
                    <a:pt x="337553" y="5080"/>
                  </a:lnTo>
                  <a:lnTo>
                    <a:pt x="350812" y="5080"/>
                  </a:lnTo>
                  <a:lnTo>
                    <a:pt x="350812" y="3810"/>
                  </a:lnTo>
                  <a:lnTo>
                    <a:pt x="350939" y="3810"/>
                  </a:lnTo>
                  <a:lnTo>
                    <a:pt x="350939" y="1270"/>
                  </a:lnTo>
                  <a:close/>
                </a:path>
                <a:path w="531494" h="5079">
                  <a:moveTo>
                    <a:pt x="373443" y="1270"/>
                  </a:moveTo>
                  <a:lnTo>
                    <a:pt x="372732" y="1270"/>
                  </a:lnTo>
                  <a:lnTo>
                    <a:pt x="372732" y="0"/>
                  </a:lnTo>
                  <a:lnTo>
                    <a:pt x="360629" y="0"/>
                  </a:lnTo>
                  <a:lnTo>
                    <a:pt x="360629" y="1270"/>
                  </a:lnTo>
                  <a:lnTo>
                    <a:pt x="359943" y="1270"/>
                  </a:lnTo>
                  <a:lnTo>
                    <a:pt x="359943" y="3810"/>
                  </a:lnTo>
                  <a:lnTo>
                    <a:pt x="360057" y="5080"/>
                  </a:lnTo>
                  <a:lnTo>
                    <a:pt x="373316" y="5080"/>
                  </a:lnTo>
                  <a:lnTo>
                    <a:pt x="373316" y="3810"/>
                  </a:lnTo>
                  <a:lnTo>
                    <a:pt x="373443" y="3810"/>
                  </a:lnTo>
                  <a:lnTo>
                    <a:pt x="373443" y="1270"/>
                  </a:lnTo>
                  <a:close/>
                </a:path>
                <a:path w="531494" h="5079">
                  <a:moveTo>
                    <a:pt x="395935" y="1270"/>
                  </a:moveTo>
                  <a:lnTo>
                    <a:pt x="395236" y="1270"/>
                  </a:lnTo>
                  <a:lnTo>
                    <a:pt x="395236" y="0"/>
                  </a:lnTo>
                  <a:lnTo>
                    <a:pt x="383120" y="0"/>
                  </a:lnTo>
                  <a:lnTo>
                    <a:pt x="383120" y="1270"/>
                  </a:lnTo>
                  <a:lnTo>
                    <a:pt x="382435" y="1270"/>
                  </a:lnTo>
                  <a:lnTo>
                    <a:pt x="382435" y="3810"/>
                  </a:lnTo>
                  <a:lnTo>
                    <a:pt x="382549" y="5080"/>
                  </a:lnTo>
                  <a:lnTo>
                    <a:pt x="395808" y="5080"/>
                  </a:lnTo>
                  <a:lnTo>
                    <a:pt x="395808" y="3810"/>
                  </a:lnTo>
                  <a:lnTo>
                    <a:pt x="395935" y="3810"/>
                  </a:lnTo>
                  <a:lnTo>
                    <a:pt x="395935" y="1270"/>
                  </a:lnTo>
                  <a:close/>
                </a:path>
                <a:path w="531494" h="5079">
                  <a:moveTo>
                    <a:pt x="418426" y="1270"/>
                  </a:moveTo>
                  <a:lnTo>
                    <a:pt x="417728" y="1270"/>
                  </a:lnTo>
                  <a:lnTo>
                    <a:pt x="417728" y="0"/>
                  </a:lnTo>
                  <a:lnTo>
                    <a:pt x="405612" y="0"/>
                  </a:lnTo>
                  <a:lnTo>
                    <a:pt x="405612" y="1270"/>
                  </a:lnTo>
                  <a:lnTo>
                    <a:pt x="404926" y="1270"/>
                  </a:lnTo>
                  <a:lnTo>
                    <a:pt x="404926" y="3810"/>
                  </a:lnTo>
                  <a:lnTo>
                    <a:pt x="405041" y="5080"/>
                  </a:lnTo>
                  <a:lnTo>
                    <a:pt x="418299" y="5080"/>
                  </a:lnTo>
                  <a:lnTo>
                    <a:pt x="418299" y="3810"/>
                  </a:lnTo>
                  <a:lnTo>
                    <a:pt x="418426" y="3810"/>
                  </a:lnTo>
                  <a:lnTo>
                    <a:pt x="418426" y="1270"/>
                  </a:lnTo>
                  <a:close/>
                </a:path>
                <a:path w="531494" h="5079">
                  <a:moveTo>
                    <a:pt x="440931" y="1270"/>
                  </a:moveTo>
                  <a:lnTo>
                    <a:pt x="440232" y="1270"/>
                  </a:lnTo>
                  <a:lnTo>
                    <a:pt x="440232" y="0"/>
                  </a:lnTo>
                  <a:lnTo>
                    <a:pt x="428117" y="0"/>
                  </a:lnTo>
                  <a:lnTo>
                    <a:pt x="428117" y="1270"/>
                  </a:lnTo>
                  <a:lnTo>
                    <a:pt x="427431" y="1270"/>
                  </a:lnTo>
                  <a:lnTo>
                    <a:pt x="427431" y="3810"/>
                  </a:lnTo>
                  <a:lnTo>
                    <a:pt x="427545" y="5080"/>
                  </a:lnTo>
                  <a:lnTo>
                    <a:pt x="440804" y="5080"/>
                  </a:lnTo>
                  <a:lnTo>
                    <a:pt x="440804" y="3810"/>
                  </a:lnTo>
                  <a:lnTo>
                    <a:pt x="440931" y="3810"/>
                  </a:lnTo>
                  <a:lnTo>
                    <a:pt x="440931" y="1270"/>
                  </a:lnTo>
                  <a:close/>
                </a:path>
                <a:path w="531494" h="5079">
                  <a:moveTo>
                    <a:pt x="463423" y="1270"/>
                  </a:moveTo>
                  <a:lnTo>
                    <a:pt x="462724" y="1270"/>
                  </a:lnTo>
                  <a:lnTo>
                    <a:pt x="462724" y="0"/>
                  </a:lnTo>
                  <a:lnTo>
                    <a:pt x="450608" y="0"/>
                  </a:lnTo>
                  <a:lnTo>
                    <a:pt x="450608" y="1270"/>
                  </a:lnTo>
                  <a:lnTo>
                    <a:pt x="449922" y="1270"/>
                  </a:lnTo>
                  <a:lnTo>
                    <a:pt x="449922" y="3810"/>
                  </a:lnTo>
                  <a:lnTo>
                    <a:pt x="450037" y="5080"/>
                  </a:lnTo>
                  <a:lnTo>
                    <a:pt x="463296" y="5080"/>
                  </a:lnTo>
                  <a:lnTo>
                    <a:pt x="463296" y="3810"/>
                  </a:lnTo>
                  <a:lnTo>
                    <a:pt x="463423" y="3810"/>
                  </a:lnTo>
                  <a:lnTo>
                    <a:pt x="463423" y="1270"/>
                  </a:lnTo>
                  <a:close/>
                </a:path>
                <a:path w="531494" h="5079">
                  <a:moveTo>
                    <a:pt x="485914" y="1270"/>
                  </a:moveTo>
                  <a:lnTo>
                    <a:pt x="485216" y="1270"/>
                  </a:lnTo>
                  <a:lnTo>
                    <a:pt x="485216" y="0"/>
                  </a:lnTo>
                  <a:lnTo>
                    <a:pt x="473113" y="0"/>
                  </a:lnTo>
                  <a:lnTo>
                    <a:pt x="473113" y="1270"/>
                  </a:lnTo>
                  <a:lnTo>
                    <a:pt x="472427" y="1270"/>
                  </a:lnTo>
                  <a:lnTo>
                    <a:pt x="472427" y="3810"/>
                  </a:lnTo>
                  <a:lnTo>
                    <a:pt x="472541" y="5080"/>
                  </a:lnTo>
                  <a:lnTo>
                    <a:pt x="485787" y="5080"/>
                  </a:lnTo>
                  <a:lnTo>
                    <a:pt x="485787" y="3810"/>
                  </a:lnTo>
                  <a:lnTo>
                    <a:pt x="485914" y="3810"/>
                  </a:lnTo>
                  <a:lnTo>
                    <a:pt x="485914" y="1270"/>
                  </a:lnTo>
                  <a:close/>
                </a:path>
                <a:path w="531494" h="5079">
                  <a:moveTo>
                    <a:pt x="508419" y="1270"/>
                  </a:moveTo>
                  <a:lnTo>
                    <a:pt x="507720" y="1270"/>
                  </a:lnTo>
                  <a:lnTo>
                    <a:pt x="507720" y="0"/>
                  </a:lnTo>
                  <a:lnTo>
                    <a:pt x="495604" y="0"/>
                  </a:lnTo>
                  <a:lnTo>
                    <a:pt x="495604" y="1270"/>
                  </a:lnTo>
                  <a:lnTo>
                    <a:pt x="494919" y="1270"/>
                  </a:lnTo>
                  <a:lnTo>
                    <a:pt x="494919" y="3810"/>
                  </a:lnTo>
                  <a:lnTo>
                    <a:pt x="495033" y="5080"/>
                  </a:lnTo>
                  <a:lnTo>
                    <a:pt x="508292" y="5080"/>
                  </a:lnTo>
                  <a:lnTo>
                    <a:pt x="508292" y="3810"/>
                  </a:lnTo>
                  <a:lnTo>
                    <a:pt x="508419" y="3810"/>
                  </a:lnTo>
                  <a:lnTo>
                    <a:pt x="508419" y="1270"/>
                  </a:lnTo>
                  <a:close/>
                </a:path>
                <a:path w="531494" h="5079">
                  <a:moveTo>
                    <a:pt x="530910" y="1270"/>
                  </a:moveTo>
                  <a:lnTo>
                    <a:pt x="530212" y="1270"/>
                  </a:lnTo>
                  <a:lnTo>
                    <a:pt x="530212" y="0"/>
                  </a:lnTo>
                  <a:lnTo>
                    <a:pt x="518109" y="0"/>
                  </a:lnTo>
                  <a:lnTo>
                    <a:pt x="518109" y="1270"/>
                  </a:lnTo>
                  <a:lnTo>
                    <a:pt x="517423" y="1270"/>
                  </a:lnTo>
                  <a:lnTo>
                    <a:pt x="517423" y="3810"/>
                  </a:lnTo>
                  <a:lnTo>
                    <a:pt x="517537" y="5080"/>
                  </a:lnTo>
                  <a:lnTo>
                    <a:pt x="530783" y="5080"/>
                  </a:lnTo>
                  <a:lnTo>
                    <a:pt x="530783" y="3810"/>
                  </a:lnTo>
                  <a:lnTo>
                    <a:pt x="530910" y="3810"/>
                  </a:lnTo>
                  <a:lnTo>
                    <a:pt x="530910" y="127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80387" y="3307346"/>
              <a:ext cx="328930" cy="5080"/>
            </a:xfrm>
            <a:custGeom>
              <a:avLst/>
              <a:gdLst/>
              <a:ahLst/>
              <a:cxnLst/>
              <a:rect l="l" t="t" r="r" b="b"/>
              <a:pathLst>
                <a:path w="328930" h="5079">
                  <a:moveTo>
                    <a:pt x="13487" y="1270"/>
                  </a:moveTo>
                  <a:lnTo>
                    <a:pt x="12788" y="1270"/>
                  </a:lnTo>
                  <a:lnTo>
                    <a:pt x="12788" y="0"/>
                  </a:lnTo>
                  <a:lnTo>
                    <a:pt x="685" y="0"/>
                  </a:lnTo>
                  <a:lnTo>
                    <a:pt x="685" y="1270"/>
                  </a:lnTo>
                  <a:lnTo>
                    <a:pt x="0" y="1270"/>
                  </a:lnTo>
                  <a:lnTo>
                    <a:pt x="0" y="3810"/>
                  </a:lnTo>
                  <a:lnTo>
                    <a:pt x="101" y="5080"/>
                  </a:lnTo>
                  <a:lnTo>
                    <a:pt x="13360" y="5080"/>
                  </a:lnTo>
                  <a:lnTo>
                    <a:pt x="13360" y="3810"/>
                  </a:lnTo>
                  <a:lnTo>
                    <a:pt x="13487" y="3810"/>
                  </a:lnTo>
                  <a:lnTo>
                    <a:pt x="13487" y="1270"/>
                  </a:lnTo>
                  <a:close/>
                </a:path>
                <a:path w="328930" h="5079">
                  <a:moveTo>
                    <a:pt x="35979" y="1270"/>
                  </a:moveTo>
                  <a:lnTo>
                    <a:pt x="35280" y="1270"/>
                  </a:lnTo>
                  <a:lnTo>
                    <a:pt x="35280" y="0"/>
                  </a:lnTo>
                  <a:lnTo>
                    <a:pt x="23177" y="0"/>
                  </a:lnTo>
                  <a:lnTo>
                    <a:pt x="23177" y="1270"/>
                  </a:lnTo>
                  <a:lnTo>
                    <a:pt x="22491" y="1270"/>
                  </a:lnTo>
                  <a:lnTo>
                    <a:pt x="22491" y="3810"/>
                  </a:lnTo>
                  <a:lnTo>
                    <a:pt x="22606" y="5080"/>
                  </a:lnTo>
                  <a:lnTo>
                    <a:pt x="35864" y="5080"/>
                  </a:lnTo>
                  <a:lnTo>
                    <a:pt x="35864" y="3810"/>
                  </a:lnTo>
                  <a:lnTo>
                    <a:pt x="35979" y="1270"/>
                  </a:lnTo>
                  <a:close/>
                </a:path>
                <a:path w="328930" h="5079">
                  <a:moveTo>
                    <a:pt x="58483" y="1270"/>
                  </a:moveTo>
                  <a:lnTo>
                    <a:pt x="57785" y="1270"/>
                  </a:lnTo>
                  <a:lnTo>
                    <a:pt x="57785" y="0"/>
                  </a:lnTo>
                  <a:lnTo>
                    <a:pt x="45669" y="0"/>
                  </a:lnTo>
                  <a:lnTo>
                    <a:pt x="45669" y="1270"/>
                  </a:lnTo>
                  <a:lnTo>
                    <a:pt x="44983" y="1270"/>
                  </a:lnTo>
                  <a:lnTo>
                    <a:pt x="44983" y="3810"/>
                  </a:lnTo>
                  <a:lnTo>
                    <a:pt x="45097" y="5080"/>
                  </a:lnTo>
                  <a:lnTo>
                    <a:pt x="58356" y="5080"/>
                  </a:lnTo>
                  <a:lnTo>
                    <a:pt x="58356" y="3810"/>
                  </a:lnTo>
                  <a:lnTo>
                    <a:pt x="58483" y="3810"/>
                  </a:lnTo>
                  <a:lnTo>
                    <a:pt x="58483" y="1270"/>
                  </a:lnTo>
                  <a:close/>
                </a:path>
                <a:path w="328930" h="5079">
                  <a:moveTo>
                    <a:pt x="80975" y="1270"/>
                  </a:moveTo>
                  <a:lnTo>
                    <a:pt x="80276" y="1270"/>
                  </a:lnTo>
                  <a:lnTo>
                    <a:pt x="80276" y="0"/>
                  </a:lnTo>
                  <a:lnTo>
                    <a:pt x="68173" y="0"/>
                  </a:lnTo>
                  <a:lnTo>
                    <a:pt x="68173" y="1270"/>
                  </a:lnTo>
                  <a:lnTo>
                    <a:pt x="67487" y="1270"/>
                  </a:lnTo>
                  <a:lnTo>
                    <a:pt x="67487" y="3810"/>
                  </a:lnTo>
                  <a:lnTo>
                    <a:pt x="67602" y="5080"/>
                  </a:lnTo>
                  <a:lnTo>
                    <a:pt x="80848" y="5080"/>
                  </a:lnTo>
                  <a:lnTo>
                    <a:pt x="80848" y="3810"/>
                  </a:lnTo>
                  <a:lnTo>
                    <a:pt x="80975" y="3810"/>
                  </a:lnTo>
                  <a:lnTo>
                    <a:pt x="80975" y="1270"/>
                  </a:lnTo>
                  <a:close/>
                </a:path>
                <a:path w="328930" h="5079">
                  <a:moveTo>
                    <a:pt x="103479" y="1270"/>
                  </a:moveTo>
                  <a:lnTo>
                    <a:pt x="102781" y="1270"/>
                  </a:lnTo>
                  <a:lnTo>
                    <a:pt x="102781" y="0"/>
                  </a:lnTo>
                  <a:lnTo>
                    <a:pt x="90665" y="0"/>
                  </a:lnTo>
                  <a:lnTo>
                    <a:pt x="90665" y="1270"/>
                  </a:lnTo>
                  <a:lnTo>
                    <a:pt x="89979" y="1270"/>
                  </a:lnTo>
                  <a:lnTo>
                    <a:pt x="89979" y="3810"/>
                  </a:lnTo>
                  <a:lnTo>
                    <a:pt x="90093" y="5080"/>
                  </a:lnTo>
                  <a:lnTo>
                    <a:pt x="103352" y="5080"/>
                  </a:lnTo>
                  <a:lnTo>
                    <a:pt x="103352" y="3810"/>
                  </a:lnTo>
                  <a:lnTo>
                    <a:pt x="103479" y="3810"/>
                  </a:lnTo>
                  <a:lnTo>
                    <a:pt x="103479" y="1270"/>
                  </a:lnTo>
                  <a:close/>
                </a:path>
                <a:path w="328930" h="5079">
                  <a:moveTo>
                    <a:pt x="125971" y="1270"/>
                  </a:moveTo>
                  <a:lnTo>
                    <a:pt x="125272" y="1270"/>
                  </a:lnTo>
                  <a:lnTo>
                    <a:pt x="125272" y="0"/>
                  </a:lnTo>
                  <a:lnTo>
                    <a:pt x="113157" y="0"/>
                  </a:lnTo>
                  <a:lnTo>
                    <a:pt x="113157" y="1270"/>
                  </a:lnTo>
                  <a:lnTo>
                    <a:pt x="112471" y="1270"/>
                  </a:lnTo>
                  <a:lnTo>
                    <a:pt x="112471" y="3810"/>
                  </a:lnTo>
                  <a:lnTo>
                    <a:pt x="112585" y="5080"/>
                  </a:lnTo>
                  <a:lnTo>
                    <a:pt x="125844" y="5080"/>
                  </a:lnTo>
                  <a:lnTo>
                    <a:pt x="125844" y="3810"/>
                  </a:lnTo>
                  <a:lnTo>
                    <a:pt x="125971" y="3810"/>
                  </a:lnTo>
                  <a:lnTo>
                    <a:pt x="125971" y="1270"/>
                  </a:lnTo>
                  <a:close/>
                </a:path>
                <a:path w="328930" h="5079">
                  <a:moveTo>
                    <a:pt x="148475" y="1270"/>
                  </a:moveTo>
                  <a:lnTo>
                    <a:pt x="147777" y="1270"/>
                  </a:lnTo>
                  <a:lnTo>
                    <a:pt x="147777" y="0"/>
                  </a:lnTo>
                  <a:lnTo>
                    <a:pt x="135661" y="0"/>
                  </a:lnTo>
                  <a:lnTo>
                    <a:pt x="135661" y="1270"/>
                  </a:lnTo>
                  <a:lnTo>
                    <a:pt x="134975" y="1270"/>
                  </a:lnTo>
                  <a:lnTo>
                    <a:pt x="134975" y="3810"/>
                  </a:lnTo>
                  <a:lnTo>
                    <a:pt x="135089" y="5080"/>
                  </a:lnTo>
                  <a:lnTo>
                    <a:pt x="148348" y="5080"/>
                  </a:lnTo>
                  <a:lnTo>
                    <a:pt x="148348" y="3810"/>
                  </a:lnTo>
                  <a:lnTo>
                    <a:pt x="148475" y="3810"/>
                  </a:lnTo>
                  <a:lnTo>
                    <a:pt x="148475" y="1270"/>
                  </a:lnTo>
                  <a:close/>
                </a:path>
                <a:path w="328930" h="5079">
                  <a:moveTo>
                    <a:pt x="170967" y="1270"/>
                  </a:moveTo>
                  <a:lnTo>
                    <a:pt x="170268" y="1270"/>
                  </a:lnTo>
                  <a:lnTo>
                    <a:pt x="170268" y="0"/>
                  </a:lnTo>
                  <a:lnTo>
                    <a:pt x="158153" y="0"/>
                  </a:lnTo>
                  <a:lnTo>
                    <a:pt x="158153" y="1270"/>
                  </a:lnTo>
                  <a:lnTo>
                    <a:pt x="157467" y="1270"/>
                  </a:lnTo>
                  <a:lnTo>
                    <a:pt x="157467" y="3810"/>
                  </a:lnTo>
                  <a:lnTo>
                    <a:pt x="157581" y="5080"/>
                  </a:lnTo>
                  <a:lnTo>
                    <a:pt x="170840" y="5080"/>
                  </a:lnTo>
                  <a:lnTo>
                    <a:pt x="170840" y="3810"/>
                  </a:lnTo>
                  <a:lnTo>
                    <a:pt x="170967" y="3810"/>
                  </a:lnTo>
                  <a:lnTo>
                    <a:pt x="170967" y="1270"/>
                  </a:lnTo>
                  <a:close/>
                </a:path>
                <a:path w="328930" h="5079">
                  <a:moveTo>
                    <a:pt x="193459" y="1270"/>
                  </a:moveTo>
                  <a:lnTo>
                    <a:pt x="192760" y="1270"/>
                  </a:lnTo>
                  <a:lnTo>
                    <a:pt x="192760" y="0"/>
                  </a:lnTo>
                  <a:lnTo>
                    <a:pt x="180657" y="0"/>
                  </a:lnTo>
                  <a:lnTo>
                    <a:pt x="180657" y="1270"/>
                  </a:lnTo>
                  <a:lnTo>
                    <a:pt x="179959" y="1270"/>
                  </a:lnTo>
                  <a:lnTo>
                    <a:pt x="179959" y="3810"/>
                  </a:lnTo>
                  <a:lnTo>
                    <a:pt x="180073" y="5080"/>
                  </a:lnTo>
                  <a:lnTo>
                    <a:pt x="193332" y="5080"/>
                  </a:lnTo>
                  <a:lnTo>
                    <a:pt x="193332" y="3810"/>
                  </a:lnTo>
                  <a:lnTo>
                    <a:pt x="193459" y="3810"/>
                  </a:lnTo>
                  <a:lnTo>
                    <a:pt x="193459" y="1270"/>
                  </a:lnTo>
                  <a:close/>
                </a:path>
                <a:path w="328930" h="5079">
                  <a:moveTo>
                    <a:pt x="215963" y="1270"/>
                  </a:moveTo>
                  <a:lnTo>
                    <a:pt x="215265" y="1270"/>
                  </a:lnTo>
                  <a:lnTo>
                    <a:pt x="215265" y="0"/>
                  </a:lnTo>
                  <a:lnTo>
                    <a:pt x="203149" y="0"/>
                  </a:lnTo>
                  <a:lnTo>
                    <a:pt x="203149" y="1270"/>
                  </a:lnTo>
                  <a:lnTo>
                    <a:pt x="202463" y="1270"/>
                  </a:lnTo>
                  <a:lnTo>
                    <a:pt x="202463" y="3810"/>
                  </a:lnTo>
                  <a:lnTo>
                    <a:pt x="202577" y="5080"/>
                  </a:lnTo>
                  <a:lnTo>
                    <a:pt x="215836" y="5080"/>
                  </a:lnTo>
                  <a:lnTo>
                    <a:pt x="215836" y="3810"/>
                  </a:lnTo>
                  <a:lnTo>
                    <a:pt x="215963" y="3810"/>
                  </a:lnTo>
                  <a:lnTo>
                    <a:pt x="215963" y="1270"/>
                  </a:lnTo>
                  <a:close/>
                </a:path>
                <a:path w="328930" h="5079">
                  <a:moveTo>
                    <a:pt x="238455" y="1270"/>
                  </a:moveTo>
                  <a:lnTo>
                    <a:pt x="237756" y="1270"/>
                  </a:lnTo>
                  <a:lnTo>
                    <a:pt x="237756" y="0"/>
                  </a:lnTo>
                  <a:lnTo>
                    <a:pt x="225640" y="0"/>
                  </a:lnTo>
                  <a:lnTo>
                    <a:pt x="225640" y="1270"/>
                  </a:lnTo>
                  <a:lnTo>
                    <a:pt x="224955" y="1270"/>
                  </a:lnTo>
                  <a:lnTo>
                    <a:pt x="224955" y="3810"/>
                  </a:lnTo>
                  <a:lnTo>
                    <a:pt x="225069" y="5080"/>
                  </a:lnTo>
                  <a:lnTo>
                    <a:pt x="238328" y="5080"/>
                  </a:lnTo>
                  <a:lnTo>
                    <a:pt x="238328" y="3810"/>
                  </a:lnTo>
                  <a:lnTo>
                    <a:pt x="238455" y="3810"/>
                  </a:lnTo>
                  <a:lnTo>
                    <a:pt x="238455" y="1270"/>
                  </a:lnTo>
                  <a:close/>
                </a:path>
                <a:path w="328930" h="5079">
                  <a:moveTo>
                    <a:pt x="260959" y="1270"/>
                  </a:moveTo>
                  <a:lnTo>
                    <a:pt x="260248" y="1270"/>
                  </a:lnTo>
                  <a:lnTo>
                    <a:pt x="260248" y="0"/>
                  </a:lnTo>
                  <a:lnTo>
                    <a:pt x="248145" y="0"/>
                  </a:lnTo>
                  <a:lnTo>
                    <a:pt x="248145" y="1270"/>
                  </a:lnTo>
                  <a:lnTo>
                    <a:pt x="247459" y="1270"/>
                  </a:lnTo>
                  <a:lnTo>
                    <a:pt x="247459" y="3810"/>
                  </a:lnTo>
                  <a:lnTo>
                    <a:pt x="247573" y="5080"/>
                  </a:lnTo>
                  <a:lnTo>
                    <a:pt x="260832" y="5080"/>
                  </a:lnTo>
                  <a:lnTo>
                    <a:pt x="260832" y="3810"/>
                  </a:lnTo>
                  <a:lnTo>
                    <a:pt x="260959" y="3810"/>
                  </a:lnTo>
                  <a:lnTo>
                    <a:pt x="260959" y="1270"/>
                  </a:lnTo>
                  <a:close/>
                </a:path>
                <a:path w="328930" h="5079">
                  <a:moveTo>
                    <a:pt x="283451" y="1270"/>
                  </a:moveTo>
                  <a:lnTo>
                    <a:pt x="282752" y="1270"/>
                  </a:lnTo>
                  <a:lnTo>
                    <a:pt x="282752" y="0"/>
                  </a:lnTo>
                  <a:lnTo>
                    <a:pt x="270637" y="0"/>
                  </a:lnTo>
                  <a:lnTo>
                    <a:pt x="270637" y="1270"/>
                  </a:lnTo>
                  <a:lnTo>
                    <a:pt x="269951" y="1270"/>
                  </a:lnTo>
                  <a:lnTo>
                    <a:pt x="269951" y="3810"/>
                  </a:lnTo>
                  <a:lnTo>
                    <a:pt x="270065" y="5080"/>
                  </a:lnTo>
                  <a:lnTo>
                    <a:pt x="283324" y="5080"/>
                  </a:lnTo>
                  <a:lnTo>
                    <a:pt x="283324" y="3810"/>
                  </a:lnTo>
                  <a:lnTo>
                    <a:pt x="283451" y="3810"/>
                  </a:lnTo>
                  <a:lnTo>
                    <a:pt x="283451" y="1270"/>
                  </a:lnTo>
                  <a:close/>
                </a:path>
                <a:path w="328930" h="5079">
                  <a:moveTo>
                    <a:pt x="305943" y="1270"/>
                  </a:moveTo>
                  <a:lnTo>
                    <a:pt x="305244" y="1270"/>
                  </a:lnTo>
                  <a:lnTo>
                    <a:pt x="305244" y="0"/>
                  </a:lnTo>
                  <a:lnTo>
                    <a:pt x="293128" y="0"/>
                  </a:lnTo>
                  <a:lnTo>
                    <a:pt x="293128" y="1270"/>
                  </a:lnTo>
                  <a:lnTo>
                    <a:pt x="292442" y="1270"/>
                  </a:lnTo>
                  <a:lnTo>
                    <a:pt x="292442" y="3810"/>
                  </a:lnTo>
                  <a:lnTo>
                    <a:pt x="292557" y="5080"/>
                  </a:lnTo>
                  <a:lnTo>
                    <a:pt x="305816" y="5080"/>
                  </a:lnTo>
                  <a:lnTo>
                    <a:pt x="305816" y="3810"/>
                  </a:lnTo>
                  <a:lnTo>
                    <a:pt x="305943" y="3810"/>
                  </a:lnTo>
                  <a:lnTo>
                    <a:pt x="305943" y="1270"/>
                  </a:lnTo>
                  <a:close/>
                </a:path>
                <a:path w="328930" h="5079">
                  <a:moveTo>
                    <a:pt x="328447" y="1270"/>
                  </a:moveTo>
                  <a:lnTo>
                    <a:pt x="327748" y="1270"/>
                  </a:lnTo>
                  <a:lnTo>
                    <a:pt x="327748" y="0"/>
                  </a:lnTo>
                  <a:lnTo>
                    <a:pt x="315633" y="0"/>
                  </a:lnTo>
                  <a:lnTo>
                    <a:pt x="315633" y="1270"/>
                  </a:lnTo>
                  <a:lnTo>
                    <a:pt x="314947" y="1270"/>
                  </a:lnTo>
                  <a:lnTo>
                    <a:pt x="314947" y="3810"/>
                  </a:lnTo>
                  <a:lnTo>
                    <a:pt x="328447" y="3810"/>
                  </a:lnTo>
                  <a:lnTo>
                    <a:pt x="328447" y="127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52943" y="3307334"/>
              <a:ext cx="418439" cy="508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172972" y="3307346"/>
              <a:ext cx="171450" cy="5080"/>
            </a:xfrm>
            <a:custGeom>
              <a:avLst/>
              <a:gdLst/>
              <a:ahLst/>
              <a:cxnLst/>
              <a:rect l="l" t="t" r="r" b="b"/>
              <a:pathLst>
                <a:path w="171450" h="5079">
                  <a:moveTo>
                    <a:pt x="13500" y="1270"/>
                  </a:moveTo>
                  <a:lnTo>
                    <a:pt x="12788" y="1270"/>
                  </a:lnTo>
                  <a:lnTo>
                    <a:pt x="12788" y="0"/>
                  </a:lnTo>
                  <a:lnTo>
                    <a:pt x="698" y="0"/>
                  </a:lnTo>
                  <a:lnTo>
                    <a:pt x="698" y="1270"/>
                  </a:lnTo>
                  <a:lnTo>
                    <a:pt x="0" y="1270"/>
                  </a:lnTo>
                  <a:lnTo>
                    <a:pt x="0" y="3810"/>
                  </a:lnTo>
                  <a:lnTo>
                    <a:pt x="114" y="5080"/>
                  </a:lnTo>
                  <a:lnTo>
                    <a:pt x="13373" y="5080"/>
                  </a:lnTo>
                  <a:lnTo>
                    <a:pt x="13373" y="3810"/>
                  </a:lnTo>
                  <a:lnTo>
                    <a:pt x="13500" y="3810"/>
                  </a:lnTo>
                  <a:lnTo>
                    <a:pt x="13500" y="1270"/>
                  </a:lnTo>
                  <a:close/>
                </a:path>
                <a:path w="171450" h="5079">
                  <a:moveTo>
                    <a:pt x="35991" y="1270"/>
                  </a:moveTo>
                  <a:lnTo>
                    <a:pt x="35293" y="1270"/>
                  </a:lnTo>
                  <a:lnTo>
                    <a:pt x="35293" y="0"/>
                  </a:lnTo>
                  <a:lnTo>
                    <a:pt x="23190" y="0"/>
                  </a:lnTo>
                  <a:lnTo>
                    <a:pt x="23190" y="1270"/>
                  </a:lnTo>
                  <a:lnTo>
                    <a:pt x="22491" y="1270"/>
                  </a:lnTo>
                  <a:lnTo>
                    <a:pt x="22491" y="3810"/>
                  </a:lnTo>
                  <a:lnTo>
                    <a:pt x="22606" y="5080"/>
                  </a:lnTo>
                  <a:lnTo>
                    <a:pt x="35877" y="5080"/>
                  </a:lnTo>
                  <a:lnTo>
                    <a:pt x="35877" y="3810"/>
                  </a:lnTo>
                  <a:lnTo>
                    <a:pt x="35991" y="1270"/>
                  </a:lnTo>
                  <a:close/>
                </a:path>
                <a:path w="171450" h="5079">
                  <a:moveTo>
                    <a:pt x="58483" y="1270"/>
                  </a:moveTo>
                  <a:lnTo>
                    <a:pt x="57785" y="1270"/>
                  </a:lnTo>
                  <a:lnTo>
                    <a:pt x="57785" y="0"/>
                  </a:lnTo>
                  <a:lnTo>
                    <a:pt x="45681" y="0"/>
                  </a:lnTo>
                  <a:lnTo>
                    <a:pt x="45681" y="1270"/>
                  </a:lnTo>
                  <a:lnTo>
                    <a:pt x="44983" y="1270"/>
                  </a:lnTo>
                  <a:lnTo>
                    <a:pt x="44983" y="3810"/>
                  </a:lnTo>
                  <a:lnTo>
                    <a:pt x="45097" y="5080"/>
                  </a:lnTo>
                  <a:lnTo>
                    <a:pt x="58369" y="5080"/>
                  </a:lnTo>
                  <a:lnTo>
                    <a:pt x="58369" y="3810"/>
                  </a:lnTo>
                  <a:lnTo>
                    <a:pt x="58483" y="1270"/>
                  </a:lnTo>
                  <a:close/>
                </a:path>
                <a:path w="171450" h="5079">
                  <a:moveTo>
                    <a:pt x="80987" y="1270"/>
                  </a:moveTo>
                  <a:lnTo>
                    <a:pt x="80289" y="1270"/>
                  </a:lnTo>
                  <a:lnTo>
                    <a:pt x="80289" y="0"/>
                  </a:lnTo>
                  <a:lnTo>
                    <a:pt x="68186" y="0"/>
                  </a:lnTo>
                  <a:lnTo>
                    <a:pt x="68186" y="1270"/>
                  </a:lnTo>
                  <a:lnTo>
                    <a:pt x="67487" y="1270"/>
                  </a:lnTo>
                  <a:lnTo>
                    <a:pt x="67487" y="3810"/>
                  </a:lnTo>
                  <a:lnTo>
                    <a:pt x="67602" y="5080"/>
                  </a:lnTo>
                  <a:lnTo>
                    <a:pt x="80873" y="5080"/>
                  </a:lnTo>
                  <a:lnTo>
                    <a:pt x="80873" y="3810"/>
                  </a:lnTo>
                  <a:lnTo>
                    <a:pt x="80987" y="1270"/>
                  </a:lnTo>
                  <a:close/>
                </a:path>
                <a:path w="171450" h="5079">
                  <a:moveTo>
                    <a:pt x="103479" y="1270"/>
                  </a:moveTo>
                  <a:lnTo>
                    <a:pt x="102781" y="1270"/>
                  </a:lnTo>
                  <a:lnTo>
                    <a:pt x="102781" y="0"/>
                  </a:lnTo>
                  <a:lnTo>
                    <a:pt x="90678" y="0"/>
                  </a:lnTo>
                  <a:lnTo>
                    <a:pt x="90678" y="1270"/>
                  </a:lnTo>
                  <a:lnTo>
                    <a:pt x="89979" y="1270"/>
                  </a:lnTo>
                  <a:lnTo>
                    <a:pt x="89979" y="3810"/>
                  </a:lnTo>
                  <a:lnTo>
                    <a:pt x="90093" y="5080"/>
                  </a:lnTo>
                  <a:lnTo>
                    <a:pt x="103352" y="5080"/>
                  </a:lnTo>
                  <a:lnTo>
                    <a:pt x="103352" y="3810"/>
                  </a:lnTo>
                  <a:lnTo>
                    <a:pt x="103479" y="3810"/>
                  </a:lnTo>
                  <a:lnTo>
                    <a:pt x="103479" y="1270"/>
                  </a:lnTo>
                  <a:close/>
                </a:path>
                <a:path w="171450" h="5079">
                  <a:moveTo>
                    <a:pt x="125984" y="1270"/>
                  </a:moveTo>
                  <a:lnTo>
                    <a:pt x="125285" y="1270"/>
                  </a:lnTo>
                  <a:lnTo>
                    <a:pt x="125285" y="0"/>
                  </a:lnTo>
                  <a:lnTo>
                    <a:pt x="113169" y="0"/>
                  </a:lnTo>
                  <a:lnTo>
                    <a:pt x="113169" y="1270"/>
                  </a:lnTo>
                  <a:lnTo>
                    <a:pt x="112483" y="1270"/>
                  </a:lnTo>
                  <a:lnTo>
                    <a:pt x="112483" y="3810"/>
                  </a:lnTo>
                  <a:lnTo>
                    <a:pt x="112598" y="5080"/>
                  </a:lnTo>
                  <a:lnTo>
                    <a:pt x="125857" y="5080"/>
                  </a:lnTo>
                  <a:lnTo>
                    <a:pt x="125857" y="3810"/>
                  </a:lnTo>
                  <a:lnTo>
                    <a:pt x="125984" y="3810"/>
                  </a:lnTo>
                  <a:lnTo>
                    <a:pt x="125984" y="1270"/>
                  </a:lnTo>
                  <a:close/>
                </a:path>
                <a:path w="171450" h="5079">
                  <a:moveTo>
                    <a:pt x="148475" y="1270"/>
                  </a:moveTo>
                  <a:lnTo>
                    <a:pt x="147777" y="1270"/>
                  </a:lnTo>
                  <a:lnTo>
                    <a:pt x="147777" y="0"/>
                  </a:lnTo>
                  <a:lnTo>
                    <a:pt x="135661" y="0"/>
                  </a:lnTo>
                  <a:lnTo>
                    <a:pt x="135661" y="1270"/>
                  </a:lnTo>
                  <a:lnTo>
                    <a:pt x="134975" y="1270"/>
                  </a:lnTo>
                  <a:lnTo>
                    <a:pt x="134975" y="3810"/>
                  </a:lnTo>
                  <a:lnTo>
                    <a:pt x="135089" y="5080"/>
                  </a:lnTo>
                  <a:lnTo>
                    <a:pt x="148348" y="5080"/>
                  </a:lnTo>
                  <a:lnTo>
                    <a:pt x="148348" y="3810"/>
                  </a:lnTo>
                  <a:lnTo>
                    <a:pt x="148475" y="3810"/>
                  </a:lnTo>
                  <a:lnTo>
                    <a:pt x="148475" y="1270"/>
                  </a:lnTo>
                  <a:close/>
                </a:path>
                <a:path w="171450" h="5079">
                  <a:moveTo>
                    <a:pt x="170980" y="1270"/>
                  </a:moveTo>
                  <a:lnTo>
                    <a:pt x="170281" y="1270"/>
                  </a:lnTo>
                  <a:lnTo>
                    <a:pt x="170281" y="0"/>
                  </a:lnTo>
                  <a:lnTo>
                    <a:pt x="158165" y="0"/>
                  </a:lnTo>
                  <a:lnTo>
                    <a:pt x="158165" y="1270"/>
                  </a:lnTo>
                  <a:lnTo>
                    <a:pt x="157480" y="1270"/>
                  </a:lnTo>
                  <a:lnTo>
                    <a:pt x="157480" y="3810"/>
                  </a:lnTo>
                  <a:lnTo>
                    <a:pt x="157594" y="5080"/>
                  </a:lnTo>
                  <a:lnTo>
                    <a:pt x="170853" y="5080"/>
                  </a:lnTo>
                  <a:lnTo>
                    <a:pt x="170853" y="3810"/>
                  </a:lnTo>
                  <a:lnTo>
                    <a:pt x="170980" y="3810"/>
                  </a:lnTo>
                  <a:lnTo>
                    <a:pt x="170980" y="127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0543" y="3307334"/>
              <a:ext cx="463431" cy="508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65556" y="2974606"/>
              <a:ext cx="3230880" cy="337820"/>
            </a:xfrm>
            <a:custGeom>
              <a:avLst/>
              <a:gdLst/>
              <a:ahLst/>
              <a:cxnLst/>
              <a:rect l="l" t="t" r="r" b="b"/>
              <a:pathLst>
                <a:path w="3230879" h="337820">
                  <a:moveTo>
                    <a:pt x="13500" y="334010"/>
                  </a:moveTo>
                  <a:lnTo>
                    <a:pt x="12801" y="334010"/>
                  </a:lnTo>
                  <a:lnTo>
                    <a:pt x="12801" y="332740"/>
                  </a:lnTo>
                  <a:lnTo>
                    <a:pt x="698" y="332740"/>
                  </a:lnTo>
                  <a:lnTo>
                    <a:pt x="698" y="334010"/>
                  </a:lnTo>
                  <a:lnTo>
                    <a:pt x="0" y="334010"/>
                  </a:lnTo>
                  <a:lnTo>
                    <a:pt x="0" y="336550"/>
                  </a:lnTo>
                  <a:lnTo>
                    <a:pt x="114" y="337820"/>
                  </a:lnTo>
                  <a:lnTo>
                    <a:pt x="13385" y="337820"/>
                  </a:lnTo>
                  <a:lnTo>
                    <a:pt x="13385" y="336550"/>
                  </a:lnTo>
                  <a:lnTo>
                    <a:pt x="13500" y="334010"/>
                  </a:lnTo>
                  <a:close/>
                </a:path>
                <a:path w="3230879" h="337820">
                  <a:moveTo>
                    <a:pt x="35991" y="334010"/>
                  </a:moveTo>
                  <a:lnTo>
                    <a:pt x="35293" y="334010"/>
                  </a:lnTo>
                  <a:lnTo>
                    <a:pt x="35293" y="332740"/>
                  </a:lnTo>
                  <a:lnTo>
                    <a:pt x="23202" y="332740"/>
                  </a:lnTo>
                  <a:lnTo>
                    <a:pt x="23202" y="334010"/>
                  </a:lnTo>
                  <a:lnTo>
                    <a:pt x="22504" y="334010"/>
                  </a:lnTo>
                  <a:lnTo>
                    <a:pt x="22504" y="336550"/>
                  </a:lnTo>
                  <a:lnTo>
                    <a:pt x="22618" y="337820"/>
                  </a:lnTo>
                  <a:lnTo>
                    <a:pt x="35877" y="337820"/>
                  </a:lnTo>
                  <a:lnTo>
                    <a:pt x="35877" y="336550"/>
                  </a:lnTo>
                  <a:lnTo>
                    <a:pt x="35991" y="334010"/>
                  </a:lnTo>
                  <a:close/>
                </a:path>
                <a:path w="3230879" h="337820">
                  <a:moveTo>
                    <a:pt x="58496" y="334010"/>
                  </a:moveTo>
                  <a:lnTo>
                    <a:pt x="57797" y="334010"/>
                  </a:lnTo>
                  <a:lnTo>
                    <a:pt x="57797" y="332740"/>
                  </a:lnTo>
                  <a:lnTo>
                    <a:pt x="45694" y="332740"/>
                  </a:lnTo>
                  <a:lnTo>
                    <a:pt x="45694" y="334010"/>
                  </a:lnTo>
                  <a:lnTo>
                    <a:pt x="44996" y="334010"/>
                  </a:lnTo>
                  <a:lnTo>
                    <a:pt x="44996" y="336550"/>
                  </a:lnTo>
                  <a:lnTo>
                    <a:pt x="45110" y="337820"/>
                  </a:lnTo>
                  <a:lnTo>
                    <a:pt x="58381" y="337820"/>
                  </a:lnTo>
                  <a:lnTo>
                    <a:pt x="58381" y="336550"/>
                  </a:lnTo>
                  <a:lnTo>
                    <a:pt x="58496" y="334010"/>
                  </a:lnTo>
                  <a:close/>
                </a:path>
                <a:path w="3230879" h="337820">
                  <a:moveTo>
                    <a:pt x="80987" y="334010"/>
                  </a:moveTo>
                  <a:lnTo>
                    <a:pt x="80289" y="334010"/>
                  </a:lnTo>
                  <a:lnTo>
                    <a:pt x="80289" y="332740"/>
                  </a:lnTo>
                  <a:lnTo>
                    <a:pt x="68186" y="332740"/>
                  </a:lnTo>
                  <a:lnTo>
                    <a:pt x="68186" y="334010"/>
                  </a:lnTo>
                  <a:lnTo>
                    <a:pt x="67487" y="334010"/>
                  </a:lnTo>
                  <a:lnTo>
                    <a:pt x="67487" y="336550"/>
                  </a:lnTo>
                  <a:lnTo>
                    <a:pt x="67602" y="337820"/>
                  </a:lnTo>
                  <a:lnTo>
                    <a:pt x="80873" y="337820"/>
                  </a:lnTo>
                  <a:lnTo>
                    <a:pt x="80873" y="336550"/>
                  </a:lnTo>
                  <a:lnTo>
                    <a:pt x="80987" y="334010"/>
                  </a:lnTo>
                  <a:close/>
                </a:path>
                <a:path w="3230879" h="337820">
                  <a:moveTo>
                    <a:pt x="103492" y="334010"/>
                  </a:moveTo>
                  <a:lnTo>
                    <a:pt x="102781" y="334010"/>
                  </a:lnTo>
                  <a:lnTo>
                    <a:pt x="102781" y="332740"/>
                  </a:lnTo>
                  <a:lnTo>
                    <a:pt x="90690" y="332740"/>
                  </a:lnTo>
                  <a:lnTo>
                    <a:pt x="90690" y="334010"/>
                  </a:lnTo>
                  <a:lnTo>
                    <a:pt x="89992" y="334010"/>
                  </a:lnTo>
                  <a:lnTo>
                    <a:pt x="89992" y="336550"/>
                  </a:lnTo>
                  <a:lnTo>
                    <a:pt x="90106" y="337820"/>
                  </a:lnTo>
                  <a:lnTo>
                    <a:pt x="103378" y="337820"/>
                  </a:lnTo>
                  <a:lnTo>
                    <a:pt x="103378" y="336550"/>
                  </a:lnTo>
                  <a:lnTo>
                    <a:pt x="103492" y="334010"/>
                  </a:lnTo>
                  <a:close/>
                </a:path>
                <a:path w="3230879" h="337820">
                  <a:moveTo>
                    <a:pt x="125984" y="334010"/>
                  </a:moveTo>
                  <a:lnTo>
                    <a:pt x="125285" y="334010"/>
                  </a:lnTo>
                  <a:lnTo>
                    <a:pt x="125285" y="332740"/>
                  </a:lnTo>
                  <a:lnTo>
                    <a:pt x="113182" y="332740"/>
                  </a:lnTo>
                  <a:lnTo>
                    <a:pt x="113182" y="334010"/>
                  </a:lnTo>
                  <a:lnTo>
                    <a:pt x="112483" y="334010"/>
                  </a:lnTo>
                  <a:lnTo>
                    <a:pt x="112483" y="336550"/>
                  </a:lnTo>
                  <a:lnTo>
                    <a:pt x="112598" y="337820"/>
                  </a:lnTo>
                  <a:lnTo>
                    <a:pt x="125869" y="337820"/>
                  </a:lnTo>
                  <a:lnTo>
                    <a:pt x="125869" y="336550"/>
                  </a:lnTo>
                  <a:lnTo>
                    <a:pt x="125984" y="334010"/>
                  </a:lnTo>
                  <a:close/>
                </a:path>
                <a:path w="3230879" h="337820">
                  <a:moveTo>
                    <a:pt x="2060689" y="0"/>
                  </a:moveTo>
                  <a:lnTo>
                    <a:pt x="2047201" y="0"/>
                  </a:lnTo>
                  <a:lnTo>
                    <a:pt x="2047201" y="3810"/>
                  </a:lnTo>
                  <a:lnTo>
                    <a:pt x="2060689" y="3810"/>
                  </a:lnTo>
                  <a:lnTo>
                    <a:pt x="2060689" y="0"/>
                  </a:lnTo>
                  <a:close/>
                </a:path>
                <a:path w="3230879" h="337820">
                  <a:moveTo>
                    <a:pt x="2083193" y="0"/>
                  </a:moveTo>
                  <a:lnTo>
                    <a:pt x="2069693" y="0"/>
                  </a:lnTo>
                  <a:lnTo>
                    <a:pt x="2069693" y="3810"/>
                  </a:lnTo>
                  <a:lnTo>
                    <a:pt x="2083193" y="3810"/>
                  </a:lnTo>
                  <a:lnTo>
                    <a:pt x="2083193" y="0"/>
                  </a:lnTo>
                  <a:close/>
                </a:path>
                <a:path w="3230879" h="337820">
                  <a:moveTo>
                    <a:pt x="2105685" y="0"/>
                  </a:moveTo>
                  <a:lnTo>
                    <a:pt x="2092185" y="0"/>
                  </a:lnTo>
                  <a:lnTo>
                    <a:pt x="2092185" y="3810"/>
                  </a:lnTo>
                  <a:lnTo>
                    <a:pt x="2105685" y="3810"/>
                  </a:lnTo>
                  <a:lnTo>
                    <a:pt x="2105685" y="0"/>
                  </a:lnTo>
                  <a:close/>
                </a:path>
                <a:path w="3230879" h="337820">
                  <a:moveTo>
                    <a:pt x="2128177" y="0"/>
                  </a:moveTo>
                  <a:lnTo>
                    <a:pt x="2114689" y="0"/>
                  </a:lnTo>
                  <a:lnTo>
                    <a:pt x="2114689" y="3810"/>
                  </a:lnTo>
                  <a:lnTo>
                    <a:pt x="2128177" y="3810"/>
                  </a:lnTo>
                  <a:lnTo>
                    <a:pt x="2128177" y="0"/>
                  </a:lnTo>
                  <a:close/>
                </a:path>
                <a:path w="3230879" h="337820">
                  <a:moveTo>
                    <a:pt x="2150681" y="0"/>
                  </a:moveTo>
                  <a:lnTo>
                    <a:pt x="2137181" y="0"/>
                  </a:lnTo>
                  <a:lnTo>
                    <a:pt x="2137181" y="3810"/>
                  </a:lnTo>
                  <a:lnTo>
                    <a:pt x="2150681" y="3810"/>
                  </a:lnTo>
                  <a:lnTo>
                    <a:pt x="2150681" y="0"/>
                  </a:lnTo>
                  <a:close/>
                </a:path>
                <a:path w="3230879" h="337820">
                  <a:moveTo>
                    <a:pt x="2173173" y="0"/>
                  </a:moveTo>
                  <a:lnTo>
                    <a:pt x="2159685" y="0"/>
                  </a:lnTo>
                  <a:lnTo>
                    <a:pt x="2159685" y="3810"/>
                  </a:lnTo>
                  <a:lnTo>
                    <a:pt x="2173173" y="3810"/>
                  </a:lnTo>
                  <a:lnTo>
                    <a:pt x="2173173" y="0"/>
                  </a:lnTo>
                  <a:close/>
                </a:path>
                <a:path w="3230879" h="337820">
                  <a:moveTo>
                    <a:pt x="2195677" y="0"/>
                  </a:moveTo>
                  <a:lnTo>
                    <a:pt x="2182177" y="0"/>
                  </a:lnTo>
                  <a:lnTo>
                    <a:pt x="2182177" y="3810"/>
                  </a:lnTo>
                  <a:lnTo>
                    <a:pt x="2195677" y="3810"/>
                  </a:lnTo>
                  <a:lnTo>
                    <a:pt x="2195677" y="0"/>
                  </a:lnTo>
                  <a:close/>
                </a:path>
                <a:path w="3230879" h="337820">
                  <a:moveTo>
                    <a:pt x="2218169" y="0"/>
                  </a:moveTo>
                  <a:lnTo>
                    <a:pt x="2204669" y="0"/>
                  </a:lnTo>
                  <a:lnTo>
                    <a:pt x="2204669" y="3810"/>
                  </a:lnTo>
                  <a:lnTo>
                    <a:pt x="2218169" y="3810"/>
                  </a:lnTo>
                  <a:lnTo>
                    <a:pt x="2218169" y="0"/>
                  </a:lnTo>
                  <a:close/>
                </a:path>
                <a:path w="3230879" h="337820">
                  <a:moveTo>
                    <a:pt x="2240673" y="0"/>
                  </a:moveTo>
                  <a:lnTo>
                    <a:pt x="2227173" y="0"/>
                  </a:lnTo>
                  <a:lnTo>
                    <a:pt x="2227173" y="3810"/>
                  </a:lnTo>
                  <a:lnTo>
                    <a:pt x="2240673" y="3810"/>
                  </a:lnTo>
                  <a:lnTo>
                    <a:pt x="2240673" y="0"/>
                  </a:lnTo>
                  <a:close/>
                </a:path>
                <a:path w="3230879" h="337820">
                  <a:moveTo>
                    <a:pt x="2263165" y="0"/>
                  </a:moveTo>
                  <a:lnTo>
                    <a:pt x="2249665" y="0"/>
                  </a:lnTo>
                  <a:lnTo>
                    <a:pt x="2249665" y="3810"/>
                  </a:lnTo>
                  <a:lnTo>
                    <a:pt x="2263165" y="3810"/>
                  </a:lnTo>
                  <a:lnTo>
                    <a:pt x="2263165" y="0"/>
                  </a:lnTo>
                  <a:close/>
                </a:path>
                <a:path w="3230879" h="337820">
                  <a:moveTo>
                    <a:pt x="2285657" y="0"/>
                  </a:moveTo>
                  <a:lnTo>
                    <a:pt x="2272157" y="0"/>
                  </a:lnTo>
                  <a:lnTo>
                    <a:pt x="2272157" y="3810"/>
                  </a:lnTo>
                  <a:lnTo>
                    <a:pt x="2285657" y="3810"/>
                  </a:lnTo>
                  <a:lnTo>
                    <a:pt x="2285657" y="0"/>
                  </a:lnTo>
                  <a:close/>
                </a:path>
                <a:path w="3230879" h="337820">
                  <a:moveTo>
                    <a:pt x="2308161" y="0"/>
                  </a:moveTo>
                  <a:lnTo>
                    <a:pt x="2294661" y="0"/>
                  </a:lnTo>
                  <a:lnTo>
                    <a:pt x="2294661" y="3810"/>
                  </a:lnTo>
                  <a:lnTo>
                    <a:pt x="2308161" y="3810"/>
                  </a:lnTo>
                  <a:lnTo>
                    <a:pt x="2308161" y="0"/>
                  </a:lnTo>
                  <a:close/>
                </a:path>
                <a:path w="3230879" h="337820">
                  <a:moveTo>
                    <a:pt x="2330653" y="0"/>
                  </a:moveTo>
                  <a:lnTo>
                    <a:pt x="2317153" y="0"/>
                  </a:lnTo>
                  <a:lnTo>
                    <a:pt x="2317153" y="3810"/>
                  </a:lnTo>
                  <a:lnTo>
                    <a:pt x="2330653" y="3810"/>
                  </a:lnTo>
                  <a:lnTo>
                    <a:pt x="2330653" y="0"/>
                  </a:lnTo>
                  <a:close/>
                </a:path>
                <a:path w="3230879" h="337820">
                  <a:moveTo>
                    <a:pt x="2353145" y="0"/>
                  </a:moveTo>
                  <a:lnTo>
                    <a:pt x="2339644" y="0"/>
                  </a:lnTo>
                  <a:lnTo>
                    <a:pt x="2339644" y="3810"/>
                  </a:lnTo>
                  <a:lnTo>
                    <a:pt x="2353145" y="3810"/>
                  </a:lnTo>
                  <a:lnTo>
                    <a:pt x="2353145" y="0"/>
                  </a:lnTo>
                  <a:close/>
                </a:path>
                <a:path w="3230879" h="337820">
                  <a:moveTo>
                    <a:pt x="2375649" y="0"/>
                  </a:moveTo>
                  <a:lnTo>
                    <a:pt x="2362149" y="0"/>
                  </a:lnTo>
                  <a:lnTo>
                    <a:pt x="2362149" y="3810"/>
                  </a:lnTo>
                  <a:lnTo>
                    <a:pt x="2375649" y="3810"/>
                  </a:lnTo>
                  <a:lnTo>
                    <a:pt x="2375649" y="0"/>
                  </a:lnTo>
                  <a:close/>
                </a:path>
                <a:path w="3230879" h="337820">
                  <a:moveTo>
                    <a:pt x="2398141" y="0"/>
                  </a:moveTo>
                  <a:lnTo>
                    <a:pt x="2384641" y="0"/>
                  </a:lnTo>
                  <a:lnTo>
                    <a:pt x="2384641" y="3810"/>
                  </a:lnTo>
                  <a:lnTo>
                    <a:pt x="2398141" y="3810"/>
                  </a:lnTo>
                  <a:lnTo>
                    <a:pt x="2398141" y="0"/>
                  </a:lnTo>
                  <a:close/>
                </a:path>
                <a:path w="3230879" h="337820">
                  <a:moveTo>
                    <a:pt x="2420632" y="0"/>
                  </a:moveTo>
                  <a:lnTo>
                    <a:pt x="2407145" y="0"/>
                  </a:lnTo>
                  <a:lnTo>
                    <a:pt x="2407145" y="3810"/>
                  </a:lnTo>
                  <a:lnTo>
                    <a:pt x="2420632" y="3810"/>
                  </a:lnTo>
                  <a:lnTo>
                    <a:pt x="2420632" y="0"/>
                  </a:lnTo>
                  <a:close/>
                </a:path>
                <a:path w="3230879" h="337820">
                  <a:moveTo>
                    <a:pt x="2443137" y="0"/>
                  </a:moveTo>
                  <a:lnTo>
                    <a:pt x="2429637" y="0"/>
                  </a:lnTo>
                  <a:lnTo>
                    <a:pt x="2429637" y="3810"/>
                  </a:lnTo>
                  <a:lnTo>
                    <a:pt x="2443137" y="3810"/>
                  </a:lnTo>
                  <a:lnTo>
                    <a:pt x="2443137" y="0"/>
                  </a:lnTo>
                  <a:close/>
                </a:path>
                <a:path w="3230879" h="337820">
                  <a:moveTo>
                    <a:pt x="2465628" y="0"/>
                  </a:moveTo>
                  <a:lnTo>
                    <a:pt x="2452128" y="0"/>
                  </a:lnTo>
                  <a:lnTo>
                    <a:pt x="2452128" y="3810"/>
                  </a:lnTo>
                  <a:lnTo>
                    <a:pt x="2465628" y="3810"/>
                  </a:lnTo>
                  <a:lnTo>
                    <a:pt x="2465628" y="0"/>
                  </a:lnTo>
                  <a:close/>
                </a:path>
                <a:path w="3230879" h="337820">
                  <a:moveTo>
                    <a:pt x="2488133" y="0"/>
                  </a:moveTo>
                  <a:lnTo>
                    <a:pt x="2474633" y="0"/>
                  </a:lnTo>
                  <a:lnTo>
                    <a:pt x="2474633" y="3810"/>
                  </a:lnTo>
                  <a:lnTo>
                    <a:pt x="2488133" y="3810"/>
                  </a:lnTo>
                  <a:lnTo>
                    <a:pt x="2488133" y="0"/>
                  </a:lnTo>
                  <a:close/>
                </a:path>
                <a:path w="3230879" h="337820">
                  <a:moveTo>
                    <a:pt x="2510625" y="0"/>
                  </a:moveTo>
                  <a:lnTo>
                    <a:pt x="2497124" y="0"/>
                  </a:lnTo>
                  <a:lnTo>
                    <a:pt x="2497124" y="3810"/>
                  </a:lnTo>
                  <a:lnTo>
                    <a:pt x="2510625" y="3810"/>
                  </a:lnTo>
                  <a:lnTo>
                    <a:pt x="2510625" y="0"/>
                  </a:lnTo>
                  <a:close/>
                </a:path>
                <a:path w="3230879" h="337820">
                  <a:moveTo>
                    <a:pt x="2533116" y="0"/>
                  </a:moveTo>
                  <a:lnTo>
                    <a:pt x="2519616" y="0"/>
                  </a:lnTo>
                  <a:lnTo>
                    <a:pt x="2519616" y="3810"/>
                  </a:lnTo>
                  <a:lnTo>
                    <a:pt x="2533116" y="3810"/>
                  </a:lnTo>
                  <a:lnTo>
                    <a:pt x="2533116" y="0"/>
                  </a:lnTo>
                  <a:close/>
                </a:path>
                <a:path w="3230879" h="337820">
                  <a:moveTo>
                    <a:pt x="2555621" y="0"/>
                  </a:moveTo>
                  <a:lnTo>
                    <a:pt x="2542121" y="0"/>
                  </a:lnTo>
                  <a:lnTo>
                    <a:pt x="2542121" y="3810"/>
                  </a:lnTo>
                  <a:lnTo>
                    <a:pt x="2555621" y="3810"/>
                  </a:lnTo>
                  <a:lnTo>
                    <a:pt x="2555621" y="0"/>
                  </a:lnTo>
                  <a:close/>
                </a:path>
                <a:path w="3230879" h="337820">
                  <a:moveTo>
                    <a:pt x="2578112" y="0"/>
                  </a:moveTo>
                  <a:lnTo>
                    <a:pt x="2564612" y="0"/>
                  </a:lnTo>
                  <a:lnTo>
                    <a:pt x="2564612" y="3810"/>
                  </a:lnTo>
                  <a:lnTo>
                    <a:pt x="2578112" y="3810"/>
                  </a:lnTo>
                  <a:lnTo>
                    <a:pt x="2578112" y="0"/>
                  </a:lnTo>
                  <a:close/>
                </a:path>
                <a:path w="3230879" h="337820">
                  <a:moveTo>
                    <a:pt x="2600604" y="0"/>
                  </a:moveTo>
                  <a:lnTo>
                    <a:pt x="2587117" y="0"/>
                  </a:lnTo>
                  <a:lnTo>
                    <a:pt x="2587117" y="3810"/>
                  </a:lnTo>
                  <a:lnTo>
                    <a:pt x="2600604" y="3810"/>
                  </a:lnTo>
                  <a:lnTo>
                    <a:pt x="2600604" y="0"/>
                  </a:lnTo>
                  <a:close/>
                </a:path>
                <a:path w="3230879" h="337820">
                  <a:moveTo>
                    <a:pt x="2623108" y="0"/>
                  </a:moveTo>
                  <a:lnTo>
                    <a:pt x="2609608" y="0"/>
                  </a:lnTo>
                  <a:lnTo>
                    <a:pt x="2609608" y="3810"/>
                  </a:lnTo>
                  <a:lnTo>
                    <a:pt x="2623108" y="3810"/>
                  </a:lnTo>
                  <a:lnTo>
                    <a:pt x="2623108" y="0"/>
                  </a:lnTo>
                  <a:close/>
                </a:path>
                <a:path w="3230879" h="337820">
                  <a:moveTo>
                    <a:pt x="2645600" y="0"/>
                  </a:moveTo>
                  <a:lnTo>
                    <a:pt x="2632100" y="0"/>
                  </a:lnTo>
                  <a:lnTo>
                    <a:pt x="2632100" y="3810"/>
                  </a:lnTo>
                  <a:lnTo>
                    <a:pt x="2645600" y="3810"/>
                  </a:lnTo>
                  <a:lnTo>
                    <a:pt x="2645600" y="0"/>
                  </a:lnTo>
                  <a:close/>
                </a:path>
                <a:path w="3230879" h="337820">
                  <a:moveTo>
                    <a:pt x="2668105" y="0"/>
                  </a:moveTo>
                  <a:lnTo>
                    <a:pt x="2654604" y="0"/>
                  </a:lnTo>
                  <a:lnTo>
                    <a:pt x="2654604" y="3810"/>
                  </a:lnTo>
                  <a:lnTo>
                    <a:pt x="2668105" y="3810"/>
                  </a:lnTo>
                  <a:lnTo>
                    <a:pt x="2668105" y="0"/>
                  </a:lnTo>
                  <a:close/>
                </a:path>
                <a:path w="3230879" h="337820">
                  <a:moveTo>
                    <a:pt x="2690596" y="0"/>
                  </a:moveTo>
                  <a:lnTo>
                    <a:pt x="2677096" y="0"/>
                  </a:lnTo>
                  <a:lnTo>
                    <a:pt x="2677096" y="3810"/>
                  </a:lnTo>
                  <a:lnTo>
                    <a:pt x="2690596" y="3810"/>
                  </a:lnTo>
                  <a:lnTo>
                    <a:pt x="2690596" y="0"/>
                  </a:lnTo>
                  <a:close/>
                </a:path>
                <a:path w="3230879" h="337820">
                  <a:moveTo>
                    <a:pt x="2713088" y="0"/>
                  </a:moveTo>
                  <a:lnTo>
                    <a:pt x="2699588" y="0"/>
                  </a:lnTo>
                  <a:lnTo>
                    <a:pt x="2699588" y="3810"/>
                  </a:lnTo>
                  <a:lnTo>
                    <a:pt x="2713088" y="3810"/>
                  </a:lnTo>
                  <a:lnTo>
                    <a:pt x="2713088" y="0"/>
                  </a:lnTo>
                  <a:close/>
                </a:path>
                <a:path w="3230879" h="337820">
                  <a:moveTo>
                    <a:pt x="2735592" y="0"/>
                  </a:moveTo>
                  <a:lnTo>
                    <a:pt x="2722092" y="0"/>
                  </a:lnTo>
                  <a:lnTo>
                    <a:pt x="2722092" y="3810"/>
                  </a:lnTo>
                  <a:lnTo>
                    <a:pt x="2735592" y="3810"/>
                  </a:lnTo>
                  <a:lnTo>
                    <a:pt x="2735592" y="0"/>
                  </a:lnTo>
                  <a:close/>
                </a:path>
                <a:path w="3230879" h="337820">
                  <a:moveTo>
                    <a:pt x="2758084" y="0"/>
                  </a:moveTo>
                  <a:lnTo>
                    <a:pt x="2744584" y="0"/>
                  </a:lnTo>
                  <a:lnTo>
                    <a:pt x="2744584" y="3810"/>
                  </a:lnTo>
                  <a:lnTo>
                    <a:pt x="2758084" y="3810"/>
                  </a:lnTo>
                  <a:lnTo>
                    <a:pt x="2758084" y="0"/>
                  </a:lnTo>
                  <a:close/>
                </a:path>
                <a:path w="3230879" h="337820">
                  <a:moveTo>
                    <a:pt x="2780576" y="0"/>
                  </a:moveTo>
                  <a:lnTo>
                    <a:pt x="2767088" y="0"/>
                  </a:lnTo>
                  <a:lnTo>
                    <a:pt x="2767088" y="3810"/>
                  </a:lnTo>
                  <a:lnTo>
                    <a:pt x="2780576" y="3810"/>
                  </a:lnTo>
                  <a:lnTo>
                    <a:pt x="2780576" y="0"/>
                  </a:lnTo>
                  <a:close/>
                </a:path>
                <a:path w="3230879" h="337820">
                  <a:moveTo>
                    <a:pt x="2803080" y="0"/>
                  </a:moveTo>
                  <a:lnTo>
                    <a:pt x="2789580" y="0"/>
                  </a:lnTo>
                  <a:lnTo>
                    <a:pt x="2789580" y="3810"/>
                  </a:lnTo>
                  <a:lnTo>
                    <a:pt x="2803080" y="3810"/>
                  </a:lnTo>
                  <a:lnTo>
                    <a:pt x="2803080" y="0"/>
                  </a:lnTo>
                  <a:close/>
                </a:path>
                <a:path w="3230879" h="337820">
                  <a:moveTo>
                    <a:pt x="2825572" y="0"/>
                  </a:moveTo>
                  <a:lnTo>
                    <a:pt x="2812072" y="0"/>
                  </a:lnTo>
                  <a:lnTo>
                    <a:pt x="2812072" y="3810"/>
                  </a:lnTo>
                  <a:lnTo>
                    <a:pt x="2825572" y="3810"/>
                  </a:lnTo>
                  <a:lnTo>
                    <a:pt x="2825572" y="0"/>
                  </a:lnTo>
                  <a:close/>
                </a:path>
                <a:path w="3230879" h="337820">
                  <a:moveTo>
                    <a:pt x="2848064" y="0"/>
                  </a:moveTo>
                  <a:lnTo>
                    <a:pt x="2834576" y="0"/>
                  </a:lnTo>
                  <a:lnTo>
                    <a:pt x="2834576" y="3810"/>
                  </a:lnTo>
                  <a:lnTo>
                    <a:pt x="2848064" y="3810"/>
                  </a:lnTo>
                  <a:lnTo>
                    <a:pt x="2848064" y="0"/>
                  </a:lnTo>
                  <a:close/>
                </a:path>
                <a:path w="3230879" h="337820">
                  <a:moveTo>
                    <a:pt x="2870568" y="0"/>
                  </a:moveTo>
                  <a:lnTo>
                    <a:pt x="2857068" y="0"/>
                  </a:lnTo>
                  <a:lnTo>
                    <a:pt x="2857068" y="3810"/>
                  </a:lnTo>
                  <a:lnTo>
                    <a:pt x="2870568" y="3810"/>
                  </a:lnTo>
                  <a:lnTo>
                    <a:pt x="2870568" y="0"/>
                  </a:lnTo>
                  <a:close/>
                </a:path>
                <a:path w="3230879" h="337820">
                  <a:moveTo>
                    <a:pt x="2893060" y="0"/>
                  </a:moveTo>
                  <a:lnTo>
                    <a:pt x="2879572" y="0"/>
                  </a:lnTo>
                  <a:lnTo>
                    <a:pt x="2879572" y="3810"/>
                  </a:lnTo>
                  <a:lnTo>
                    <a:pt x="2893060" y="3810"/>
                  </a:lnTo>
                  <a:lnTo>
                    <a:pt x="2893060" y="0"/>
                  </a:lnTo>
                  <a:close/>
                </a:path>
                <a:path w="3230879" h="337820">
                  <a:moveTo>
                    <a:pt x="2915564" y="0"/>
                  </a:moveTo>
                  <a:lnTo>
                    <a:pt x="2902064" y="0"/>
                  </a:lnTo>
                  <a:lnTo>
                    <a:pt x="2902064" y="3810"/>
                  </a:lnTo>
                  <a:lnTo>
                    <a:pt x="2915564" y="3810"/>
                  </a:lnTo>
                  <a:lnTo>
                    <a:pt x="2915564" y="0"/>
                  </a:lnTo>
                  <a:close/>
                </a:path>
                <a:path w="3230879" h="337820">
                  <a:moveTo>
                    <a:pt x="2938056" y="0"/>
                  </a:moveTo>
                  <a:lnTo>
                    <a:pt x="2924568" y="0"/>
                  </a:lnTo>
                  <a:lnTo>
                    <a:pt x="2924568" y="3810"/>
                  </a:lnTo>
                  <a:lnTo>
                    <a:pt x="2938056" y="3810"/>
                  </a:lnTo>
                  <a:lnTo>
                    <a:pt x="2938056" y="0"/>
                  </a:lnTo>
                  <a:close/>
                </a:path>
                <a:path w="3230879" h="337820">
                  <a:moveTo>
                    <a:pt x="2960547" y="0"/>
                  </a:moveTo>
                  <a:lnTo>
                    <a:pt x="2947060" y="0"/>
                  </a:lnTo>
                  <a:lnTo>
                    <a:pt x="2947060" y="3810"/>
                  </a:lnTo>
                  <a:lnTo>
                    <a:pt x="2960547" y="3810"/>
                  </a:lnTo>
                  <a:lnTo>
                    <a:pt x="2960547" y="0"/>
                  </a:lnTo>
                  <a:close/>
                </a:path>
                <a:path w="3230879" h="337820">
                  <a:moveTo>
                    <a:pt x="2983052" y="0"/>
                  </a:moveTo>
                  <a:lnTo>
                    <a:pt x="2969552" y="0"/>
                  </a:lnTo>
                  <a:lnTo>
                    <a:pt x="2969552" y="3810"/>
                  </a:lnTo>
                  <a:lnTo>
                    <a:pt x="2983052" y="3810"/>
                  </a:lnTo>
                  <a:lnTo>
                    <a:pt x="2983052" y="0"/>
                  </a:lnTo>
                  <a:close/>
                </a:path>
                <a:path w="3230879" h="337820">
                  <a:moveTo>
                    <a:pt x="3005544" y="0"/>
                  </a:moveTo>
                  <a:lnTo>
                    <a:pt x="2992056" y="0"/>
                  </a:lnTo>
                  <a:lnTo>
                    <a:pt x="2992056" y="3810"/>
                  </a:lnTo>
                  <a:lnTo>
                    <a:pt x="3005544" y="3810"/>
                  </a:lnTo>
                  <a:lnTo>
                    <a:pt x="3005544" y="0"/>
                  </a:lnTo>
                  <a:close/>
                </a:path>
                <a:path w="3230879" h="337820">
                  <a:moveTo>
                    <a:pt x="3028048" y="0"/>
                  </a:moveTo>
                  <a:lnTo>
                    <a:pt x="3014548" y="0"/>
                  </a:lnTo>
                  <a:lnTo>
                    <a:pt x="3014548" y="3810"/>
                  </a:lnTo>
                  <a:lnTo>
                    <a:pt x="3028048" y="3810"/>
                  </a:lnTo>
                  <a:lnTo>
                    <a:pt x="3028048" y="0"/>
                  </a:lnTo>
                  <a:close/>
                </a:path>
                <a:path w="3230879" h="337820">
                  <a:moveTo>
                    <a:pt x="3050540" y="0"/>
                  </a:moveTo>
                  <a:lnTo>
                    <a:pt x="3037040" y="0"/>
                  </a:lnTo>
                  <a:lnTo>
                    <a:pt x="3037040" y="3810"/>
                  </a:lnTo>
                  <a:lnTo>
                    <a:pt x="3050540" y="3810"/>
                  </a:lnTo>
                  <a:lnTo>
                    <a:pt x="3050540" y="0"/>
                  </a:lnTo>
                  <a:close/>
                </a:path>
                <a:path w="3230879" h="337820">
                  <a:moveTo>
                    <a:pt x="3073044" y="0"/>
                  </a:moveTo>
                  <a:lnTo>
                    <a:pt x="3059544" y="0"/>
                  </a:lnTo>
                  <a:lnTo>
                    <a:pt x="3059544" y="3810"/>
                  </a:lnTo>
                  <a:lnTo>
                    <a:pt x="3073044" y="3810"/>
                  </a:lnTo>
                  <a:lnTo>
                    <a:pt x="3073044" y="0"/>
                  </a:lnTo>
                  <a:close/>
                </a:path>
                <a:path w="3230879" h="337820">
                  <a:moveTo>
                    <a:pt x="3095536" y="0"/>
                  </a:moveTo>
                  <a:lnTo>
                    <a:pt x="3082036" y="0"/>
                  </a:lnTo>
                  <a:lnTo>
                    <a:pt x="3082036" y="3810"/>
                  </a:lnTo>
                  <a:lnTo>
                    <a:pt x="3095536" y="3810"/>
                  </a:lnTo>
                  <a:lnTo>
                    <a:pt x="3095536" y="0"/>
                  </a:lnTo>
                  <a:close/>
                </a:path>
                <a:path w="3230879" h="337820">
                  <a:moveTo>
                    <a:pt x="3118027" y="0"/>
                  </a:moveTo>
                  <a:lnTo>
                    <a:pt x="3104527" y="0"/>
                  </a:lnTo>
                  <a:lnTo>
                    <a:pt x="3104527" y="3810"/>
                  </a:lnTo>
                  <a:lnTo>
                    <a:pt x="3118027" y="3810"/>
                  </a:lnTo>
                  <a:lnTo>
                    <a:pt x="3118027" y="0"/>
                  </a:lnTo>
                  <a:close/>
                </a:path>
                <a:path w="3230879" h="337820">
                  <a:moveTo>
                    <a:pt x="3140532" y="0"/>
                  </a:moveTo>
                  <a:lnTo>
                    <a:pt x="3127032" y="0"/>
                  </a:lnTo>
                  <a:lnTo>
                    <a:pt x="3127032" y="3810"/>
                  </a:lnTo>
                  <a:lnTo>
                    <a:pt x="3140532" y="3810"/>
                  </a:lnTo>
                  <a:lnTo>
                    <a:pt x="3140532" y="0"/>
                  </a:lnTo>
                  <a:close/>
                </a:path>
                <a:path w="3230879" h="337820">
                  <a:moveTo>
                    <a:pt x="3163024" y="0"/>
                  </a:moveTo>
                  <a:lnTo>
                    <a:pt x="3149523" y="0"/>
                  </a:lnTo>
                  <a:lnTo>
                    <a:pt x="3149523" y="3810"/>
                  </a:lnTo>
                  <a:lnTo>
                    <a:pt x="3163024" y="3810"/>
                  </a:lnTo>
                  <a:lnTo>
                    <a:pt x="3163024" y="0"/>
                  </a:lnTo>
                  <a:close/>
                </a:path>
                <a:path w="3230879" h="337820">
                  <a:moveTo>
                    <a:pt x="3185528" y="0"/>
                  </a:moveTo>
                  <a:lnTo>
                    <a:pt x="3172028" y="0"/>
                  </a:lnTo>
                  <a:lnTo>
                    <a:pt x="3172028" y="3810"/>
                  </a:lnTo>
                  <a:lnTo>
                    <a:pt x="3185528" y="3810"/>
                  </a:lnTo>
                  <a:lnTo>
                    <a:pt x="3185528" y="0"/>
                  </a:lnTo>
                  <a:close/>
                </a:path>
                <a:path w="3230879" h="337820">
                  <a:moveTo>
                    <a:pt x="3208020" y="0"/>
                  </a:moveTo>
                  <a:lnTo>
                    <a:pt x="3194520" y="0"/>
                  </a:lnTo>
                  <a:lnTo>
                    <a:pt x="3194520" y="3810"/>
                  </a:lnTo>
                  <a:lnTo>
                    <a:pt x="3208020" y="3810"/>
                  </a:lnTo>
                  <a:lnTo>
                    <a:pt x="3208020" y="0"/>
                  </a:lnTo>
                  <a:close/>
                </a:path>
                <a:path w="3230879" h="337820">
                  <a:moveTo>
                    <a:pt x="3230511" y="0"/>
                  </a:moveTo>
                  <a:lnTo>
                    <a:pt x="3217011" y="0"/>
                  </a:lnTo>
                  <a:lnTo>
                    <a:pt x="3217011" y="3810"/>
                  </a:lnTo>
                  <a:lnTo>
                    <a:pt x="3230511" y="3810"/>
                  </a:lnTo>
                  <a:lnTo>
                    <a:pt x="3230511" y="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37983" y="2974606"/>
              <a:ext cx="1588770" cy="3810"/>
            </a:xfrm>
            <a:custGeom>
              <a:avLst/>
              <a:gdLst/>
              <a:ahLst/>
              <a:cxnLst/>
              <a:rect l="l" t="t" r="r" b="b"/>
              <a:pathLst>
                <a:path w="1588770" h="3810">
                  <a:moveTo>
                    <a:pt x="13500" y="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13500" y="3810"/>
                  </a:lnTo>
                  <a:lnTo>
                    <a:pt x="13500" y="0"/>
                  </a:lnTo>
                  <a:close/>
                </a:path>
                <a:path w="1588770" h="3810">
                  <a:moveTo>
                    <a:pt x="36004" y="0"/>
                  </a:moveTo>
                  <a:lnTo>
                    <a:pt x="22504" y="0"/>
                  </a:lnTo>
                  <a:lnTo>
                    <a:pt x="22504" y="3810"/>
                  </a:lnTo>
                  <a:lnTo>
                    <a:pt x="36004" y="3810"/>
                  </a:lnTo>
                  <a:lnTo>
                    <a:pt x="36004" y="0"/>
                  </a:lnTo>
                  <a:close/>
                </a:path>
                <a:path w="1588770" h="3810">
                  <a:moveTo>
                    <a:pt x="58496" y="0"/>
                  </a:moveTo>
                  <a:lnTo>
                    <a:pt x="44996" y="0"/>
                  </a:lnTo>
                  <a:lnTo>
                    <a:pt x="44996" y="3810"/>
                  </a:lnTo>
                  <a:lnTo>
                    <a:pt x="58496" y="3810"/>
                  </a:lnTo>
                  <a:lnTo>
                    <a:pt x="58496" y="0"/>
                  </a:lnTo>
                  <a:close/>
                </a:path>
                <a:path w="1588770" h="3810">
                  <a:moveTo>
                    <a:pt x="80987" y="0"/>
                  </a:moveTo>
                  <a:lnTo>
                    <a:pt x="67500" y="0"/>
                  </a:lnTo>
                  <a:lnTo>
                    <a:pt x="67500" y="3810"/>
                  </a:lnTo>
                  <a:lnTo>
                    <a:pt x="80987" y="3810"/>
                  </a:lnTo>
                  <a:lnTo>
                    <a:pt x="80987" y="0"/>
                  </a:lnTo>
                  <a:close/>
                </a:path>
                <a:path w="1588770" h="3810">
                  <a:moveTo>
                    <a:pt x="103492" y="0"/>
                  </a:moveTo>
                  <a:lnTo>
                    <a:pt x="89992" y="0"/>
                  </a:lnTo>
                  <a:lnTo>
                    <a:pt x="89992" y="3810"/>
                  </a:lnTo>
                  <a:lnTo>
                    <a:pt x="103492" y="3810"/>
                  </a:lnTo>
                  <a:lnTo>
                    <a:pt x="103492" y="0"/>
                  </a:lnTo>
                  <a:close/>
                </a:path>
                <a:path w="1588770" h="3810">
                  <a:moveTo>
                    <a:pt x="125984" y="0"/>
                  </a:moveTo>
                  <a:lnTo>
                    <a:pt x="112483" y="0"/>
                  </a:lnTo>
                  <a:lnTo>
                    <a:pt x="112483" y="3810"/>
                  </a:lnTo>
                  <a:lnTo>
                    <a:pt x="125984" y="3810"/>
                  </a:lnTo>
                  <a:lnTo>
                    <a:pt x="125984" y="0"/>
                  </a:lnTo>
                  <a:close/>
                </a:path>
                <a:path w="1588770" h="3810">
                  <a:moveTo>
                    <a:pt x="148488" y="0"/>
                  </a:moveTo>
                  <a:lnTo>
                    <a:pt x="134988" y="0"/>
                  </a:lnTo>
                  <a:lnTo>
                    <a:pt x="134988" y="3810"/>
                  </a:lnTo>
                  <a:lnTo>
                    <a:pt x="148488" y="3810"/>
                  </a:lnTo>
                  <a:lnTo>
                    <a:pt x="148488" y="0"/>
                  </a:lnTo>
                  <a:close/>
                </a:path>
                <a:path w="1588770" h="3810">
                  <a:moveTo>
                    <a:pt x="170980" y="0"/>
                  </a:moveTo>
                  <a:lnTo>
                    <a:pt x="157480" y="0"/>
                  </a:lnTo>
                  <a:lnTo>
                    <a:pt x="157480" y="3810"/>
                  </a:lnTo>
                  <a:lnTo>
                    <a:pt x="170980" y="3810"/>
                  </a:lnTo>
                  <a:lnTo>
                    <a:pt x="170980" y="0"/>
                  </a:lnTo>
                  <a:close/>
                </a:path>
                <a:path w="1588770" h="3810">
                  <a:moveTo>
                    <a:pt x="193471" y="0"/>
                  </a:moveTo>
                  <a:lnTo>
                    <a:pt x="179971" y="0"/>
                  </a:lnTo>
                  <a:lnTo>
                    <a:pt x="179971" y="3810"/>
                  </a:lnTo>
                  <a:lnTo>
                    <a:pt x="193471" y="3810"/>
                  </a:lnTo>
                  <a:lnTo>
                    <a:pt x="193471" y="0"/>
                  </a:lnTo>
                  <a:close/>
                </a:path>
                <a:path w="1588770" h="3810">
                  <a:moveTo>
                    <a:pt x="215976" y="0"/>
                  </a:moveTo>
                  <a:lnTo>
                    <a:pt x="202476" y="0"/>
                  </a:lnTo>
                  <a:lnTo>
                    <a:pt x="202476" y="3810"/>
                  </a:lnTo>
                  <a:lnTo>
                    <a:pt x="215976" y="3810"/>
                  </a:lnTo>
                  <a:lnTo>
                    <a:pt x="215976" y="0"/>
                  </a:lnTo>
                  <a:close/>
                </a:path>
                <a:path w="1588770" h="3810">
                  <a:moveTo>
                    <a:pt x="238467" y="0"/>
                  </a:moveTo>
                  <a:lnTo>
                    <a:pt x="224967" y="0"/>
                  </a:lnTo>
                  <a:lnTo>
                    <a:pt x="224967" y="3810"/>
                  </a:lnTo>
                  <a:lnTo>
                    <a:pt x="238467" y="3810"/>
                  </a:lnTo>
                  <a:lnTo>
                    <a:pt x="238467" y="0"/>
                  </a:lnTo>
                  <a:close/>
                </a:path>
                <a:path w="1588770" h="3810">
                  <a:moveTo>
                    <a:pt x="260972" y="0"/>
                  </a:moveTo>
                  <a:lnTo>
                    <a:pt x="247472" y="0"/>
                  </a:lnTo>
                  <a:lnTo>
                    <a:pt x="247472" y="3810"/>
                  </a:lnTo>
                  <a:lnTo>
                    <a:pt x="260972" y="3810"/>
                  </a:lnTo>
                  <a:lnTo>
                    <a:pt x="260972" y="0"/>
                  </a:lnTo>
                  <a:close/>
                </a:path>
                <a:path w="1588770" h="3810">
                  <a:moveTo>
                    <a:pt x="283464" y="0"/>
                  </a:moveTo>
                  <a:lnTo>
                    <a:pt x="269963" y="0"/>
                  </a:lnTo>
                  <a:lnTo>
                    <a:pt x="269963" y="3810"/>
                  </a:lnTo>
                  <a:lnTo>
                    <a:pt x="283464" y="3810"/>
                  </a:lnTo>
                  <a:lnTo>
                    <a:pt x="283464" y="0"/>
                  </a:lnTo>
                  <a:close/>
                </a:path>
                <a:path w="1588770" h="3810">
                  <a:moveTo>
                    <a:pt x="305968" y="0"/>
                  </a:moveTo>
                  <a:lnTo>
                    <a:pt x="292468" y="0"/>
                  </a:lnTo>
                  <a:lnTo>
                    <a:pt x="292468" y="3810"/>
                  </a:lnTo>
                  <a:lnTo>
                    <a:pt x="305968" y="3810"/>
                  </a:lnTo>
                  <a:lnTo>
                    <a:pt x="305968" y="0"/>
                  </a:lnTo>
                  <a:close/>
                </a:path>
                <a:path w="1588770" h="3810">
                  <a:moveTo>
                    <a:pt x="328460" y="0"/>
                  </a:moveTo>
                  <a:lnTo>
                    <a:pt x="314960" y="0"/>
                  </a:lnTo>
                  <a:lnTo>
                    <a:pt x="314960" y="3810"/>
                  </a:lnTo>
                  <a:lnTo>
                    <a:pt x="328460" y="3810"/>
                  </a:lnTo>
                  <a:lnTo>
                    <a:pt x="328460" y="0"/>
                  </a:lnTo>
                  <a:close/>
                </a:path>
                <a:path w="1588770" h="3810">
                  <a:moveTo>
                    <a:pt x="350951" y="0"/>
                  </a:moveTo>
                  <a:lnTo>
                    <a:pt x="337451" y="0"/>
                  </a:lnTo>
                  <a:lnTo>
                    <a:pt x="337451" y="3810"/>
                  </a:lnTo>
                  <a:lnTo>
                    <a:pt x="350951" y="3810"/>
                  </a:lnTo>
                  <a:lnTo>
                    <a:pt x="350951" y="0"/>
                  </a:lnTo>
                  <a:close/>
                </a:path>
                <a:path w="1588770" h="3810">
                  <a:moveTo>
                    <a:pt x="373456" y="0"/>
                  </a:moveTo>
                  <a:lnTo>
                    <a:pt x="359956" y="0"/>
                  </a:lnTo>
                  <a:lnTo>
                    <a:pt x="359956" y="3810"/>
                  </a:lnTo>
                  <a:lnTo>
                    <a:pt x="373456" y="3810"/>
                  </a:lnTo>
                  <a:lnTo>
                    <a:pt x="373456" y="0"/>
                  </a:lnTo>
                  <a:close/>
                </a:path>
                <a:path w="1588770" h="3810">
                  <a:moveTo>
                    <a:pt x="395947" y="0"/>
                  </a:moveTo>
                  <a:lnTo>
                    <a:pt x="382447" y="0"/>
                  </a:lnTo>
                  <a:lnTo>
                    <a:pt x="382447" y="3810"/>
                  </a:lnTo>
                  <a:lnTo>
                    <a:pt x="395947" y="3810"/>
                  </a:lnTo>
                  <a:lnTo>
                    <a:pt x="395947" y="0"/>
                  </a:lnTo>
                  <a:close/>
                </a:path>
                <a:path w="1588770" h="3810">
                  <a:moveTo>
                    <a:pt x="418439" y="0"/>
                  </a:moveTo>
                  <a:lnTo>
                    <a:pt x="404952" y="0"/>
                  </a:lnTo>
                  <a:lnTo>
                    <a:pt x="404952" y="3810"/>
                  </a:lnTo>
                  <a:lnTo>
                    <a:pt x="418439" y="3810"/>
                  </a:lnTo>
                  <a:lnTo>
                    <a:pt x="418439" y="0"/>
                  </a:lnTo>
                  <a:close/>
                </a:path>
                <a:path w="1588770" h="3810">
                  <a:moveTo>
                    <a:pt x="440944" y="0"/>
                  </a:moveTo>
                  <a:lnTo>
                    <a:pt x="427443" y="0"/>
                  </a:lnTo>
                  <a:lnTo>
                    <a:pt x="427443" y="3810"/>
                  </a:lnTo>
                  <a:lnTo>
                    <a:pt x="440944" y="3810"/>
                  </a:lnTo>
                  <a:lnTo>
                    <a:pt x="440944" y="0"/>
                  </a:lnTo>
                  <a:close/>
                </a:path>
                <a:path w="1588770" h="3810">
                  <a:moveTo>
                    <a:pt x="463435" y="0"/>
                  </a:moveTo>
                  <a:lnTo>
                    <a:pt x="449935" y="0"/>
                  </a:lnTo>
                  <a:lnTo>
                    <a:pt x="449935" y="3810"/>
                  </a:lnTo>
                  <a:lnTo>
                    <a:pt x="463435" y="3810"/>
                  </a:lnTo>
                  <a:lnTo>
                    <a:pt x="463435" y="0"/>
                  </a:lnTo>
                  <a:close/>
                </a:path>
                <a:path w="1588770" h="3810">
                  <a:moveTo>
                    <a:pt x="485940" y="0"/>
                  </a:moveTo>
                  <a:lnTo>
                    <a:pt x="472440" y="0"/>
                  </a:lnTo>
                  <a:lnTo>
                    <a:pt x="472440" y="3810"/>
                  </a:lnTo>
                  <a:lnTo>
                    <a:pt x="485940" y="3810"/>
                  </a:lnTo>
                  <a:lnTo>
                    <a:pt x="485940" y="0"/>
                  </a:lnTo>
                  <a:close/>
                </a:path>
                <a:path w="1588770" h="3810">
                  <a:moveTo>
                    <a:pt x="508431" y="0"/>
                  </a:moveTo>
                  <a:lnTo>
                    <a:pt x="494931" y="0"/>
                  </a:lnTo>
                  <a:lnTo>
                    <a:pt x="494931" y="3810"/>
                  </a:lnTo>
                  <a:lnTo>
                    <a:pt x="508431" y="3810"/>
                  </a:lnTo>
                  <a:lnTo>
                    <a:pt x="508431" y="0"/>
                  </a:lnTo>
                  <a:close/>
                </a:path>
                <a:path w="1588770" h="3810">
                  <a:moveTo>
                    <a:pt x="530923" y="0"/>
                  </a:moveTo>
                  <a:lnTo>
                    <a:pt x="517423" y="0"/>
                  </a:lnTo>
                  <a:lnTo>
                    <a:pt x="517423" y="3810"/>
                  </a:lnTo>
                  <a:lnTo>
                    <a:pt x="530923" y="3810"/>
                  </a:lnTo>
                  <a:lnTo>
                    <a:pt x="530923" y="0"/>
                  </a:lnTo>
                  <a:close/>
                </a:path>
                <a:path w="1588770" h="3810">
                  <a:moveTo>
                    <a:pt x="553427" y="0"/>
                  </a:moveTo>
                  <a:lnTo>
                    <a:pt x="539927" y="0"/>
                  </a:lnTo>
                  <a:lnTo>
                    <a:pt x="539927" y="3810"/>
                  </a:lnTo>
                  <a:lnTo>
                    <a:pt x="553427" y="3810"/>
                  </a:lnTo>
                  <a:lnTo>
                    <a:pt x="553427" y="0"/>
                  </a:lnTo>
                  <a:close/>
                </a:path>
                <a:path w="1588770" h="3810">
                  <a:moveTo>
                    <a:pt x="575919" y="0"/>
                  </a:moveTo>
                  <a:lnTo>
                    <a:pt x="562419" y="0"/>
                  </a:lnTo>
                  <a:lnTo>
                    <a:pt x="562419" y="3810"/>
                  </a:lnTo>
                  <a:lnTo>
                    <a:pt x="575919" y="3810"/>
                  </a:lnTo>
                  <a:lnTo>
                    <a:pt x="575919" y="0"/>
                  </a:lnTo>
                  <a:close/>
                </a:path>
                <a:path w="1588770" h="3810">
                  <a:moveTo>
                    <a:pt x="598411" y="0"/>
                  </a:moveTo>
                  <a:lnTo>
                    <a:pt x="584923" y="0"/>
                  </a:lnTo>
                  <a:lnTo>
                    <a:pt x="584923" y="3810"/>
                  </a:lnTo>
                  <a:lnTo>
                    <a:pt x="598411" y="3810"/>
                  </a:lnTo>
                  <a:lnTo>
                    <a:pt x="598411" y="0"/>
                  </a:lnTo>
                  <a:close/>
                </a:path>
                <a:path w="1588770" h="3810">
                  <a:moveTo>
                    <a:pt x="620915" y="0"/>
                  </a:moveTo>
                  <a:lnTo>
                    <a:pt x="607415" y="0"/>
                  </a:lnTo>
                  <a:lnTo>
                    <a:pt x="607415" y="3810"/>
                  </a:lnTo>
                  <a:lnTo>
                    <a:pt x="620915" y="3810"/>
                  </a:lnTo>
                  <a:lnTo>
                    <a:pt x="620915" y="0"/>
                  </a:lnTo>
                  <a:close/>
                </a:path>
                <a:path w="1588770" h="3810">
                  <a:moveTo>
                    <a:pt x="643407" y="0"/>
                  </a:moveTo>
                  <a:lnTo>
                    <a:pt x="629907" y="0"/>
                  </a:lnTo>
                  <a:lnTo>
                    <a:pt x="629907" y="3810"/>
                  </a:lnTo>
                  <a:lnTo>
                    <a:pt x="643407" y="3810"/>
                  </a:lnTo>
                  <a:lnTo>
                    <a:pt x="643407" y="0"/>
                  </a:lnTo>
                  <a:close/>
                </a:path>
                <a:path w="1588770" h="3810">
                  <a:moveTo>
                    <a:pt x="665899" y="0"/>
                  </a:moveTo>
                  <a:lnTo>
                    <a:pt x="652411" y="0"/>
                  </a:lnTo>
                  <a:lnTo>
                    <a:pt x="652411" y="3810"/>
                  </a:lnTo>
                  <a:lnTo>
                    <a:pt x="665899" y="3810"/>
                  </a:lnTo>
                  <a:lnTo>
                    <a:pt x="665899" y="0"/>
                  </a:lnTo>
                  <a:close/>
                </a:path>
                <a:path w="1588770" h="3810">
                  <a:moveTo>
                    <a:pt x="688403" y="0"/>
                  </a:moveTo>
                  <a:lnTo>
                    <a:pt x="674903" y="0"/>
                  </a:lnTo>
                  <a:lnTo>
                    <a:pt x="674903" y="3810"/>
                  </a:lnTo>
                  <a:lnTo>
                    <a:pt x="688403" y="3810"/>
                  </a:lnTo>
                  <a:lnTo>
                    <a:pt x="688403" y="0"/>
                  </a:lnTo>
                  <a:close/>
                </a:path>
                <a:path w="1588770" h="3810">
                  <a:moveTo>
                    <a:pt x="710895" y="0"/>
                  </a:moveTo>
                  <a:lnTo>
                    <a:pt x="697407" y="0"/>
                  </a:lnTo>
                  <a:lnTo>
                    <a:pt x="697407" y="3810"/>
                  </a:lnTo>
                  <a:lnTo>
                    <a:pt x="710895" y="3810"/>
                  </a:lnTo>
                  <a:lnTo>
                    <a:pt x="710895" y="0"/>
                  </a:lnTo>
                  <a:close/>
                </a:path>
                <a:path w="1588770" h="3810">
                  <a:moveTo>
                    <a:pt x="733399" y="0"/>
                  </a:moveTo>
                  <a:lnTo>
                    <a:pt x="719899" y="0"/>
                  </a:lnTo>
                  <a:lnTo>
                    <a:pt x="719899" y="3810"/>
                  </a:lnTo>
                  <a:lnTo>
                    <a:pt x="733399" y="3810"/>
                  </a:lnTo>
                  <a:lnTo>
                    <a:pt x="733399" y="0"/>
                  </a:lnTo>
                  <a:close/>
                </a:path>
                <a:path w="1588770" h="3810">
                  <a:moveTo>
                    <a:pt x="755891" y="0"/>
                  </a:moveTo>
                  <a:lnTo>
                    <a:pt x="742403" y="0"/>
                  </a:lnTo>
                  <a:lnTo>
                    <a:pt x="742403" y="3810"/>
                  </a:lnTo>
                  <a:lnTo>
                    <a:pt x="755891" y="3810"/>
                  </a:lnTo>
                  <a:lnTo>
                    <a:pt x="755891" y="0"/>
                  </a:lnTo>
                  <a:close/>
                </a:path>
                <a:path w="1588770" h="3810">
                  <a:moveTo>
                    <a:pt x="778383" y="0"/>
                  </a:moveTo>
                  <a:lnTo>
                    <a:pt x="764895" y="0"/>
                  </a:lnTo>
                  <a:lnTo>
                    <a:pt x="764895" y="3810"/>
                  </a:lnTo>
                  <a:lnTo>
                    <a:pt x="778383" y="3810"/>
                  </a:lnTo>
                  <a:lnTo>
                    <a:pt x="778383" y="0"/>
                  </a:lnTo>
                  <a:close/>
                </a:path>
                <a:path w="1588770" h="3810">
                  <a:moveTo>
                    <a:pt x="800887" y="0"/>
                  </a:moveTo>
                  <a:lnTo>
                    <a:pt x="787387" y="0"/>
                  </a:lnTo>
                  <a:lnTo>
                    <a:pt x="787387" y="3810"/>
                  </a:lnTo>
                  <a:lnTo>
                    <a:pt x="800887" y="3810"/>
                  </a:lnTo>
                  <a:lnTo>
                    <a:pt x="800887" y="0"/>
                  </a:lnTo>
                  <a:close/>
                </a:path>
                <a:path w="1588770" h="3810">
                  <a:moveTo>
                    <a:pt x="823379" y="0"/>
                  </a:moveTo>
                  <a:lnTo>
                    <a:pt x="809891" y="0"/>
                  </a:lnTo>
                  <a:lnTo>
                    <a:pt x="809891" y="3810"/>
                  </a:lnTo>
                  <a:lnTo>
                    <a:pt x="823379" y="3810"/>
                  </a:lnTo>
                  <a:lnTo>
                    <a:pt x="823379" y="0"/>
                  </a:lnTo>
                  <a:close/>
                </a:path>
                <a:path w="1588770" h="3810">
                  <a:moveTo>
                    <a:pt x="845883" y="0"/>
                  </a:moveTo>
                  <a:lnTo>
                    <a:pt x="832383" y="0"/>
                  </a:lnTo>
                  <a:lnTo>
                    <a:pt x="832383" y="3810"/>
                  </a:lnTo>
                  <a:lnTo>
                    <a:pt x="845883" y="3810"/>
                  </a:lnTo>
                  <a:lnTo>
                    <a:pt x="845883" y="0"/>
                  </a:lnTo>
                  <a:close/>
                </a:path>
                <a:path w="1588770" h="3810">
                  <a:moveTo>
                    <a:pt x="868375" y="0"/>
                  </a:moveTo>
                  <a:lnTo>
                    <a:pt x="854875" y="0"/>
                  </a:lnTo>
                  <a:lnTo>
                    <a:pt x="854875" y="3810"/>
                  </a:lnTo>
                  <a:lnTo>
                    <a:pt x="868375" y="3810"/>
                  </a:lnTo>
                  <a:lnTo>
                    <a:pt x="868375" y="0"/>
                  </a:lnTo>
                  <a:close/>
                </a:path>
                <a:path w="1588770" h="3810">
                  <a:moveTo>
                    <a:pt x="890879" y="0"/>
                  </a:moveTo>
                  <a:lnTo>
                    <a:pt x="877379" y="0"/>
                  </a:lnTo>
                  <a:lnTo>
                    <a:pt x="877379" y="3810"/>
                  </a:lnTo>
                  <a:lnTo>
                    <a:pt x="890879" y="3810"/>
                  </a:lnTo>
                  <a:lnTo>
                    <a:pt x="890879" y="0"/>
                  </a:lnTo>
                  <a:close/>
                </a:path>
                <a:path w="1588770" h="3810">
                  <a:moveTo>
                    <a:pt x="913371" y="0"/>
                  </a:moveTo>
                  <a:lnTo>
                    <a:pt x="899871" y="0"/>
                  </a:lnTo>
                  <a:lnTo>
                    <a:pt x="899871" y="3810"/>
                  </a:lnTo>
                  <a:lnTo>
                    <a:pt x="913371" y="3810"/>
                  </a:lnTo>
                  <a:lnTo>
                    <a:pt x="913371" y="0"/>
                  </a:lnTo>
                  <a:close/>
                </a:path>
                <a:path w="1588770" h="3810">
                  <a:moveTo>
                    <a:pt x="935863" y="0"/>
                  </a:moveTo>
                  <a:lnTo>
                    <a:pt x="922362" y="0"/>
                  </a:lnTo>
                  <a:lnTo>
                    <a:pt x="922362" y="3810"/>
                  </a:lnTo>
                  <a:lnTo>
                    <a:pt x="935863" y="3810"/>
                  </a:lnTo>
                  <a:lnTo>
                    <a:pt x="935863" y="0"/>
                  </a:lnTo>
                  <a:close/>
                </a:path>
                <a:path w="1588770" h="3810">
                  <a:moveTo>
                    <a:pt x="958367" y="0"/>
                  </a:moveTo>
                  <a:lnTo>
                    <a:pt x="944867" y="0"/>
                  </a:lnTo>
                  <a:lnTo>
                    <a:pt x="944867" y="3810"/>
                  </a:lnTo>
                  <a:lnTo>
                    <a:pt x="958367" y="3810"/>
                  </a:lnTo>
                  <a:lnTo>
                    <a:pt x="958367" y="0"/>
                  </a:lnTo>
                  <a:close/>
                </a:path>
                <a:path w="1588770" h="3810">
                  <a:moveTo>
                    <a:pt x="980859" y="0"/>
                  </a:moveTo>
                  <a:lnTo>
                    <a:pt x="967359" y="0"/>
                  </a:lnTo>
                  <a:lnTo>
                    <a:pt x="967359" y="3810"/>
                  </a:lnTo>
                  <a:lnTo>
                    <a:pt x="980859" y="3810"/>
                  </a:lnTo>
                  <a:lnTo>
                    <a:pt x="980859" y="0"/>
                  </a:lnTo>
                  <a:close/>
                </a:path>
                <a:path w="1588770" h="3810">
                  <a:moveTo>
                    <a:pt x="1003363" y="0"/>
                  </a:moveTo>
                  <a:lnTo>
                    <a:pt x="989863" y="0"/>
                  </a:lnTo>
                  <a:lnTo>
                    <a:pt x="989863" y="3810"/>
                  </a:lnTo>
                  <a:lnTo>
                    <a:pt x="1003363" y="3810"/>
                  </a:lnTo>
                  <a:lnTo>
                    <a:pt x="1003363" y="0"/>
                  </a:lnTo>
                  <a:close/>
                </a:path>
                <a:path w="1588770" h="3810">
                  <a:moveTo>
                    <a:pt x="1025855" y="0"/>
                  </a:moveTo>
                  <a:lnTo>
                    <a:pt x="1012355" y="0"/>
                  </a:lnTo>
                  <a:lnTo>
                    <a:pt x="1012355" y="3810"/>
                  </a:lnTo>
                  <a:lnTo>
                    <a:pt x="1025855" y="3810"/>
                  </a:lnTo>
                  <a:lnTo>
                    <a:pt x="1025855" y="0"/>
                  </a:lnTo>
                  <a:close/>
                </a:path>
                <a:path w="1588770" h="3810">
                  <a:moveTo>
                    <a:pt x="1048346" y="0"/>
                  </a:moveTo>
                  <a:lnTo>
                    <a:pt x="1034846" y="0"/>
                  </a:lnTo>
                  <a:lnTo>
                    <a:pt x="1034846" y="3810"/>
                  </a:lnTo>
                  <a:lnTo>
                    <a:pt x="1048346" y="3810"/>
                  </a:lnTo>
                  <a:lnTo>
                    <a:pt x="1048346" y="0"/>
                  </a:lnTo>
                  <a:close/>
                </a:path>
                <a:path w="1588770" h="3810">
                  <a:moveTo>
                    <a:pt x="1070851" y="0"/>
                  </a:moveTo>
                  <a:lnTo>
                    <a:pt x="1057351" y="0"/>
                  </a:lnTo>
                  <a:lnTo>
                    <a:pt x="1057351" y="3810"/>
                  </a:lnTo>
                  <a:lnTo>
                    <a:pt x="1070851" y="3810"/>
                  </a:lnTo>
                  <a:lnTo>
                    <a:pt x="1070851" y="0"/>
                  </a:lnTo>
                  <a:close/>
                </a:path>
                <a:path w="1588770" h="3810">
                  <a:moveTo>
                    <a:pt x="1093343" y="0"/>
                  </a:moveTo>
                  <a:lnTo>
                    <a:pt x="1079842" y="0"/>
                  </a:lnTo>
                  <a:lnTo>
                    <a:pt x="1079842" y="3810"/>
                  </a:lnTo>
                  <a:lnTo>
                    <a:pt x="1093343" y="3810"/>
                  </a:lnTo>
                  <a:lnTo>
                    <a:pt x="1093343" y="0"/>
                  </a:lnTo>
                  <a:close/>
                </a:path>
                <a:path w="1588770" h="3810">
                  <a:moveTo>
                    <a:pt x="1115834" y="0"/>
                  </a:moveTo>
                  <a:lnTo>
                    <a:pt x="1102334" y="0"/>
                  </a:lnTo>
                  <a:lnTo>
                    <a:pt x="1102334" y="3810"/>
                  </a:lnTo>
                  <a:lnTo>
                    <a:pt x="1115834" y="3810"/>
                  </a:lnTo>
                  <a:lnTo>
                    <a:pt x="1115834" y="0"/>
                  </a:lnTo>
                  <a:close/>
                </a:path>
                <a:path w="1588770" h="3810">
                  <a:moveTo>
                    <a:pt x="1138339" y="0"/>
                  </a:moveTo>
                  <a:lnTo>
                    <a:pt x="1124839" y="0"/>
                  </a:lnTo>
                  <a:lnTo>
                    <a:pt x="1124839" y="3810"/>
                  </a:lnTo>
                  <a:lnTo>
                    <a:pt x="1138339" y="3810"/>
                  </a:lnTo>
                  <a:lnTo>
                    <a:pt x="1138339" y="0"/>
                  </a:lnTo>
                  <a:close/>
                </a:path>
                <a:path w="1588770" h="3810">
                  <a:moveTo>
                    <a:pt x="1160830" y="0"/>
                  </a:moveTo>
                  <a:lnTo>
                    <a:pt x="1147330" y="0"/>
                  </a:lnTo>
                  <a:lnTo>
                    <a:pt x="1147330" y="3810"/>
                  </a:lnTo>
                  <a:lnTo>
                    <a:pt x="1160830" y="3810"/>
                  </a:lnTo>
                  <a:lnTo>
                    <a:pt x="1160830" y="0"/>
                  </a:lnTo>
                  <a:close/>
                </a:path>
                <a:path w="1588770" h="3810">
                  <a:moveTo>
                    <a:pt x="1183322" y="0"/>
                  </a:moveTo>
                  <a:lnTo>
                    <a:pt x="1169835" y="0"/>
                  </a:lnTo>
                  <a:lnTo>
                    <a:pt x="1169835" y="3810"/>
                  </a:lnTo>
                  <a:lnTo>
                    <a:pt x="1183322" y="3810"/>
                  </a:lnTo>
                  <a:lnTo>
                    <a:pt x="1183322" y="0"/>
                  </a:lnTo>
                  <a:close/>
                </a:path>
                <a:path w="1588770" h="3810">
                  <a:moveTo>
                    <a:pt x="1205826" y="0"/>
                  </a:moveTo>
                  <a:lnTo>
                    <a:pt x="1192326" y="0"/>
                  </a:lnTo>
                  <a:lnTo>
                    <a:pt x="1192326" y="3810"/>
                  </a:lnTo>
                  <a:lnTo>
                    <a:pt x="1205826" y="3810"/>
                  </a:lnTo>
                  <a:lnTo>
                    <a:pt x="1205826" y="0"/>
                  </a:lnTo>
                  <a:close/>
                </a:path>
                <a:path w="1588770" h="3810">
                  <a:moveTo>
                    <a:pt x="1228318" y="0"/>
                  </a:moveTo>
                  <a:lnTo>
                    <a:pt x="1214818" y="0"/>
                  </a:lnTo>
                  <a:lnTo>
                    <a:pt x="1214818" y="3810"/>
                  </a:lnTo>
                  <a:lnTo>
                    <a:pt x="1228318" y="3810"/>
                  </a:lnTo>
                  <a:lnTo>
                    <a:pt x="1228318" y="0"/>
                  </a:lnTo>
                  <a:close/>
                </a:path>
                <a:path w="1588770" h="3810">
                  <a:moveTo>
                    <a:pt x="1250823" y="0"/>
                  </a:moveTo>
                  <a:lnTo>
                    <a:pt x="1237322" y="0"/>
                  </a:lnTo>
                  <a:lnTo>
                    <a:pt x="1237322" y="3810"/>
                  </a:lnTo>
                  <a:lnTo>
                    <a:pt x="1250823" y="3810"/>
                  </a:lnTo>
                  <a:lnTo>
                    <a:pt x="1250823" y="0"/>
                  </a:lnTo>
                  <a:close/>
                </a:path>
                <a:path w="1588770" h="3810">
                  <a:moveTo>
                    <a:pt x="1273314" y="0"/>
                  </a:moveTo>
                  <a:lnTo>
                    <a:pt x="1259814" y="0"/>
                  </a:lnTo>
                  <a:lnTo>
                    <a:pt x="1259814" y="3810"/>
                  </a:lnTo>
                  <a:lnTo>
                    <a:pt x="1273314" y="3810"/>
                  </a:lnTo>
                  <a:lnTo>
                    <a:pt x="1273314" y="0"/>
                  </a:lnTo>
                  <a:close/>
                </a:path>
                <a:path w="1588770" h="3810">
                  <a:moveTo>
                    <a:pt x="1295806" y="0"/>
                  </a:moveTo>
                  <a:lnTo>
                    <a:pt x="1282306" y="0"/>
                  </a:lnTo>
                  <a:lnTo>
                    <a:pt x="1282306" y="3810"/>
                  </a:lnTo>
                  <a:lnTo>
                    <a:pt x="1295806" y="3810"/>
                  </a:lnTo>
                  <a:lnTo>
                    <a:pt x="1295806" y="0"/>
                  </a:lnTo>
                  <a:close/>
                </a:path>
                <a:path w="1588770" h="3810">
                  <a:moveTo>
                    <a:pt x="1318310" y="0"/>
                  </a:moveTo>
                  <a:lnTo>
                    <a:pt x="1304810" y="0"/>
                  </a:lnTo>
                  <a:lnTo>
                    <a:pt x="1304810" y="3810"/>
                  </a:lnTo>
                  <a:lnTo>
                    <a:pt x="1318310" y="3810"/>
                  </a:lnTo>
                  <a:lnTo>
                    <a:pt x="1318310" y="0"/>
                  </a:lnTo>
                  <a:close/>
                </a:path>
                <a:path w="1588770" h="3810">
                  <a:moveTo>
                    <a:pt x="1340802" y="0"/>
                  </a:moveTo>
                  <a:lnTo>
                    <a:pt x="1327302" y="0"/>
                  </a:lnTo>
                  <a:lnTo>
                    <a:pt x="1327302" y="3810"/>
                  </a:lnTo>
                  <a:lnTo>
                    <a:pt x="1340802" y="3810"/>
                  </a:lnTo>
                  <a:lnTo>
                    <a:pt x="1340802" y="0"/>
                  </a:lnTo>
                  <a:close/>
                </a:path>
                <a:path w="1588770" h="3810">
                  <a:moveTo>
                    <a:pt x="1363294" y="0"/>
                  </a:moveTo>
                  <a:lnTo>
                    <a:pt x="1349794" y="0"/>
                  </a:lnTo>
                  <a:lnTo>
                    <a:pt x="1349794" y="3810"/>
                  </a:lnTo>
                  <a:lnTo>
                    <a:pt x="1363294" y="3810"/>
                  </a:lnTo>
                  <a:lnTo>
                    <a:pt x="1363294" y="0"/>
                  </a:lnTo>
                  <a:close/>
                </a:path>
                <a:path w="1588770" h="3810">
                  <a:moveTo>
                    <a:pt x="1385798" y="0"/>
                  </a:moveTo>
                  <a:lnTo>
                    <a:pt x="1372298" y="0"/>
                  </a:lnTo>
                  <a:lnTo>
                    <a:pt x="1372298" y="3810"/>
                  </a:lnTo>
                  <a:lnTo>
                    <a:pt x="1385798" y="3810"/>
                  </a:lnTo>
                  <a:lnTo>
                    <a:pt x="1385798" y="0"/>
                  </a:lnTo>
                  <a:close/>
                </a:path>
                <a:path w="1588770" h="3810">
                  <a:moveTo>
                    <a:pt x="1408290" y="0"/>
                  </a:moveTo>
                  <a:lnTo>
                    <a:pt x="1394790" y="0"/>
                  </a:lnTo>
                  <a:lnTo>
                    <a:pt x="1394790" y="3810"/>
                  </a:lnTo>
                  <a:lnTo>
                    <a:pt x="1408290" y="3810"/>
                  </a:lnTo>
                  <a:lnTo>
                    <a:pt x="1408290" y="0"/>
                  </a:lnTo>
                  <a:close/>
                </a:path>
                <a:path w="1588770" h="3810">
                  <a:moveTo>
                    <a:pt x="1430794" y="0"/>
                  </a:moveTo>
                  <a:lnTo>
                    <a:pt x="1417294" y="0"/>
                  </a:lnTo>
                  <a:lnTo>
                    <a:pt x="1417294" y="3810"/>
                  </a:lnTo>
                  <a:lnTo>
                    <a:pt x="1430794" y="3810"/>
                  </a:lnTo>
                  <a:lnTo>
                    <a:pt x="1430794" y="0"/>
                  </a:lnTo>
                  <a:close/>
                </a:path>
                <a:path w="1588770" h="3810">
                  <a:moveTo>
                    <a:pt x="1453286" y="0"/>
                  </a:moveTo>
                  <a:lnTo>
                    <a:pt x="1439786" y="0"/>
                  </a:lnTo>
                  <a:lnTo>
                    <a:pt x="1439786" y="3810"/>
                  </a:lnTo>
                  <a:lnTo>
                    <a:pt x="1453286" y="3810"/>
                  </a:lnTo>
                  <a:lnTo>
                    <a:pt x="1453286" y="0"/>
                  </a:lnTo>
                  <a:close/>
                </a:path>
                <a:path w="1588770" h="3810">
                  <a:moveTo>
                    <a:pt x="1475778" y="0"/>
                  </a:moveTo>
                  <a:lnTo>
                    <a:pt x="1462278" y="0"/>
                  </a:lnTo>
                  <a:lnTo>
                    <a:pt x="1462278" y="3810"/>
                  </a:lnTo>
                  <a:lnTo>
                    <a:pt x="1475778" y="3810"/>
                  </a:lnTo>
                  <a:lnTo>
                    <a:pt x="1475778" y="0"/>
                  </a:lnTo>
                  <a:close/>
                </a:path>
                <a:path w="1588770" h="3810">
                  <a:moveTo>
                    <a:pt x="1498282" y="0"/>
                  </a:moveTo>
                  <a:lnTo>
                    <a:pt x="1484782" y="0"/>
                  </a:lnTo>
                  <a:lnTo>
                    <a:pt x="1484782" y="3810"/>
                  </a:lnTo>
                  <a:lnTo>
                    <a:pt x="1498282" y="3810"/>
                  </a:lnTo>
                  <a:lnTo>
                    <a:pt x="1498282" y="0"/>
                  </a:lnTo>
                  <a:close/>
                </a:path>
                <a:path w="1588770" h="3810">
                  <a:moveTo>
                    <a:pt x="1520774" y="0"/>
                  </a:moveTo>
                  <a:lnTo>
                    <a:pt x="1507274" y="0"/>
                  </a:lnTo>
                  <a:lnTo>
                    <a:pt x="1507274" y="3810"/>
                  </a:lnTo>
                  <a:lnTo>
                    <a:pt x="1520774" y="3810"/>
                  </a:lnTo>
                  <a:lnTo>
                    <a:pt x="1520774" y="0"/>
                  </a:lnTo>
                  <a:close/>
                </a:path>
                <a:path w="1588770" h="3810">
                  <a:moveTo>
                    <a:pt x="1543265" y="0"/>
                  </a:moveTo>
                  <a:lnTo>
                    <a:pt x="1529778" y="0"/>
                  </a:lnTo>
                  <a:lnTo>
                    <a:pt x="1529778" y="3810"/>
                  </a:lnTo>
                  <a:lnTo>
                    <a:pt x="1543265" y="3810"/>
                  </a:lnTo>
                  <a:lnTo>
                    <a:pt x="1543265" y="0"/>
                  </a:lnTo>
                  <a:close/>
                </a:path>
                <a:path w="1588770" h="3810">
                  <a:moveTo>
                    <a:pt x="1565770" y="0"/>
                  </a:moveTo>
                  <a:lnTo>
                    <a:pt x="1552270" y="0"/>
                  </a:lnTo>
                  <a:lnTo>
                    <a:pt x="1552270" y="3810"/>
                  </a:lnTo>
                  <a:lnTo>
                    <a:pt x="1565770" y="3810"/>
                  </a:lnTo>
                  <a:lnTo>
                    <a:pt x="1565770" y="0"/>
                  </a:lnTo>
                  <a:close/>
                </a:path>
                <a:path w="1588770" h="3810">
                  <a:moveTo>
                    <a:pt x="1588262" y="0"/>
                  </a:moveTo>
                  <a:lnTo>
                    <a:pt x="1574774" y="0"/>
                  </a:lnTo>
                  <a:lnTo>
                    <a:pt x="1574774" y="3810"/>
                  </a:lnTo>
                  <a:lnTo>
                    <a:pt x="1588262" y="3810"/>
                  </a:lnTo>
                  <a:lnTo>
                    <a:pt x="1588262" y="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65556" y="2974606"/>
              <a:ext cx="486409" cy="1375410"/>
            </a:xfrm>
            <a:custGeom>
              <a:avLst/>
              <a:gdLst/>
              <a:ahLst/>
              <a:cxnLst/>
              <a:rect l="l" t="t" r="r" b="b"/>
              <a:pathLst>
                <a:path w="486409" h="1375410">
                  <a:moveTo>
                    <a:pt x="13500" y="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13500" y="3810"/>
                  </a:lnTo>
                  <a:lnTo>
                    <a:pt x="13500" y="0"/>
                  </a:lnTo>
                  <a:close/>
                </a:path>
                <a:path w="486409" h="1375410">
                  <a:moveTo>
                    <a:pt x="35991" y="0"/>
                  </a:moveTo>
                  <a:lnTo>
                    <a:pt x="22504" y="0"/>
                  </a:lnTo>
                  <a:lnTo>
                    <a:pt x="22504" y="3810"/>
                  </a:lnTo>
                  <a:lnTo>
                    <a:pt x="35991" y="3810"/>
                  </a:lnTo>
                  <a:lnTo>
                    <a:pt x="35991" y="0"/>
                  </a:lnTo>
                  <a:close/>
                </a:path>
                <a:path w="486409" h="1375410">
                  <a:moveTo>
                    <a:pt x="58496" y="0"/>
                  </a:moveTo>
                  <a:lnTo>
                    <a:pt x="44996" y="0"/>
                  </a:lnTo>
                  <a:lnTo>
                    <a:pt x="44996" y="3810"/>
                  </a:lnTo>
                  <a:lnTo>
                    <a:pt x="58496" y="3810"/>
                  </a:lnTo>
                  <a:lnTo>
                    <a:pt x="58496" y="0"/>
                  </a:lnTo>
                  <a:close/>
                </a:path>
                <a:path w="486409" h="1375410">
                  <a:moveTo>
                    <a:pt x="80987" y="0"/>
                  </a:moveTo>
                  <a:lnTo>
                    <a:pt x="67487" y="0"/>
                  </a:lnTo>
                  <a:lnTo>
                    <a:pt x="67487" y="3810"/>
                  </a:lnTo>
                  <a:lnTo>
                    <a:pt x="80987" y="3810"/>
                  </a:lnTo>
                  <a:lnTo>
                    <a:pt x="80987" y="0"/>
                  </a:lnTo>
                  <a:close/>
                </a:path>
                <a:path w="486409" h="1375410">
                  <a:moveTo>
                    <a:pt x="103492" y="0"/>
                  </a:moveTo>
                  <a:lnTo>
                    <a:pt x="89992" y="0"/>
                  </a:lnTo>
                  <a:lnTo>
                    <a:pt x="89992" y="3810"/>
                  </a:lnTo>
                  <a:lnTo>
                    <a:pt x="103492" y="3810"/>
                  </a:lnTo>
                  <a:lnTo>
                    <a:pt x="103492" y="0"/>
                  </a:lnTo>
                  <a:close/>
                </a:path>
                <a:path w="486409" h="1375410">
                  <a:moveTo>
                    <a:pt x="125984" y="0"/>
                  </a:moveTo>
                  <a:lnTo>
                    <a:pt x="112483" y="0"/>
                  </a:lnTo>
                  <a:lnTo>
                    <a:pt x="112483" y="3810"/>
                  </a:lnTo>
                  <a:lnTo>
                    <a:pt x="125984" y="3810"/>
                  </a:lnTo>
                  <a:lnTo>
                    <a:pt x="125984" y="0"/>
                  </a:lnTo>
                  <a:close/>
                </a:path>
                <a:path w="486409" h="1375410">
                  <a:moveTo>
                    <a:pt x="148475" y="0"/>
                  </a:moveTo>
                  <a:lnTo>
                    <a:pt x="134975" y="0"/>
                  </a:lnTo>
                  <a:lnTo>
                    <a:pt x="134975" y="3810"/>
                  </a:lnTo>
                  <a:lnTo>
                    <a:pt x="148475" y="3810"/>
                  </a:lnTo>
                  <a:lnTo>
                    <a:pt x="148475" y="0"/>
                  </a:lnTo>
                  <a:close/>
                </a:path>
                <a:path w="486409" h="1375410">
                  <a:moveTo>
                    <a:pt x="170980" y="0"/>
                  </a:moveTo>
                  <a:lnTo>
                    <a:pt x="157480" y="0"/>
                  </a:lnTo>
                  <a:lnTo>
                    <a:pt x="157480" y="3810"/>
                  </a:lnTo>
                  <a:lnTo>
                    <a:pt x="170980" y="3810"/>
                  </a:lnTo>
                  <a:lnTo>
                    <a:pt x="170980" y="0"/>
                  </a:lnTo>
                  <a:close/>
                </a:path>
                <a:path w="486409" h="1375410">
                  <a:moveTo>
                    <a:pt x="193471" y="0"/>
                  </a:moveTo>
                  <a:lnTo>
                    <a:pt x="179971" y="0"/>
                  </a:lnTo>
                  <a:lnTo>
                    <a:pt x="179971" y="3810"/>
                  </a:lnTo>
                  <a:lnTo>
                    <a:pt x="193471" y="3810"/>
                  </a:lnTo>
                  <a:lnTo>
                    <a:pt x="193471" y="0"/>
                  </a:lnTo>
                  <a:close/>
                </a:path>
                <a:path w="486409" h="1375410">
                  <a:moveTo>
                    <a:pt x="215963" y="0"/>
                  </a:moveTo>
                  <a:lnTo>
                    <a:pt x="202476" y="0"/>
                  </a:lnTo>
                  <a:lnTo>
                    <a:pt x="202476" y="3810"/>
                  </a:lnTo>
                  <a:lnTo>
                    <a:pt x="215963" y="3810"/>
                  </a:lnTo>
                  <a:lnTo>
                    <a:pt x="215963" y="0"/>
                  </a:lnTo>
                  <a:close/>
                </a:path>
                <a:path w="486409" h="1375410">
                  <a:moveTo>
                    <a:pt x="238467" y="0"/>
                  </a:moveTo>
                  <a:lnTo>
                    <a:pt x="224967" y="0"/>
                  </a:lnTo>
                  <a:lnTo>
                    <a:pt x="224967" y="3810"/>
                  </a:lnTo>
                  <a:lnTo>
                    <a:pt x="238467" y="3810"/>
                  </a:lnTo>
                  <a:lnTo>
                    <a:pt x="238467" y="0"/>
                  </a:lnTo>
                  <a:close/>
                </a:path>
                <a:path w="486409" h="1375410">
                  <a:moveTo>
                    <a:pt x="260959" y="0"/>
                  </a:moveTo>
                  <a:lnTo>
                    <a:pt x="247472" y="0"/>
                  </a:lnTo>
                  <a:lnTo>
                    <a:pt x="247472" y="3810"/>
                  </a:lnTo>
                  <a:lnTo>
                    <a:pt x="260959" y="3810"/>
                  </a:lnTo>
                  <a:lnTo>
                    <a:pt x="260959" y="0"/>
                  </a:lnTo>
                  <a:close/>
                </a:path>
                <a:path w="486409" h="1375410">
                  <a:moveTo>
                    <a:pt x="283464" y="0"/>
                  </a:moveTo>
                  <a:lnTo>
                    <a:pt x="269963" y="0"/>
                  </a:lnTo>
                  <a:lnTo>
                    <a:pt x="269963" y="3810"/>
                  </a:lnTo>
                  <a:lnTo>
                    <a:pt x="283464" y="3810"/>
                  </a:lnTo>
                  <a:lnTo>
                    <a:pt x="283464" y="0"/>
                  </a:lnTo>
                  <a:close/>
                </a:path>
                <a:path w="486409" h="1375410">
                  <a:moveTo>
                    <a:pt x="305955" y="0"/>
                  </a:moveTo>
                  <a:lnTo>
                    <a:pt x="292455" y="0"/>
                  </a:lnTo>
                  <a:lnTo>
                    <a:pt x="292455" y="3810"/>
                  </a:lnTo>
                  <a:lnTo>
                    <a:pt x="305955" y="3810"/>
                  </a:lnTo>
                  <a:lnTo>
                    <a:pt x="305955" y="0"/>
                  </a:lnTo>
                  <a:close/>
                </a:path>
                <a:path w="486409" h="1375410">
                  <a:moveTo>
                    <a:pt x="318998" y="1362151"/>
                  </a:moveTo>
                  <a:lnTo>
                    <a:pt x="318249" y="1361401"/>
                  </a:lnTo>
                  <a:lnTo>
                    <a:pt x="315252" y="1361401"/>
                  </a:lnTo>
                  <a:lnTo>
                    <a:pt x="314502" y="1362151"/>
                  </a:lnTo>
                  <a:lnTo>
                    <a:pt x="314502" y="1374152"/>
                  </a:lnTo>
                  <a:lnTo>
                    <a:pt x="315252" y="1374902"/>
                  </a:lnTo>
                  <a:lnTo>
                    <a:pt x="318249" y="1374902"/>
                  </a:lnTo>
                  <a:lnTo>
                    <a:pt x="318998" y="1374152"/>
                  </a:lnTo>
                  <a:lnTo>
                    <a:pt x="318998" y="1362151"/>
                  </a:lnTo>
                  <a:close/>
                </a:path>
                <a:path w="486409" h="1375410">
                  <a:moveTo>
                    <a:pt x="318998" y="1339659"/>
                  </a:moveTo>
                  <a:lnTo>
                    <a:pt x="318249" y="1338897"/>
                  </a:lnTo>
                  <a:lnTo>
                    <a:pt x="315252" y="1338897"/>
                  </a:lnTo>
                  <a:lnTo>
                    <a:pt x="314502" y="1339659"/>
                  </a:lnTo>
                  <a:lnTo>
                    <a:pt x="314502" y="1351648"/>
                  </a:lnTo>
                  <a:lnTo>
                    <a:pt x="315252" y="1352397"/>
                  </a:lnTo>
                  <a:lnTo>
                    <a:pt x="318249" y="1352397"/>
                  </a:lnTo>
                  <a:lnTo>
                    <a:pt x="318998" y="1351648"/>
                  </a:lnTo>
                  <a:lnTo>
                    <a:pt x="318998" y="1339659"/>
                  </a:lnTo>
                  <a:close/>
                </a:path>
                <a:path w="486409" h="1375410">
                  <a:moveTo>
                    <a:pt x="328447" y="0"/>
                  </a:moveTo>
                  <a:lnTo>
                    <a:pt x="314960" y="0"/>
                  </a:lnTo>
                  <a:lnTo>
                    <a:pt x="314960" y="3810"/>
                  </a:lnTo>
                  <a:lnTo>
                    <a:pt x="328447" y="3810"/>
                  </a:lnTo>
                  <a:lnTo>
                    <a:pt x="328447" y="0"/>
                  </a:lnTo>
                  <a:close/>
                </a:path>
                <a:path w="486409" h="1375410">
                  <a:moveTo>
                    <a:pt x="350951" y="0"/>
                  </a:moveTo>
                  <a:lnTo>
                    <a:pt x="337451" y="0"/>
                  </a:lnTo>
                  <a:lnTo>
                    <a:pt x="337451" y="3810"/>
                  </a:lnTo>
                  <a:lnTo>
                    <a:pt x="350951" y="3810"/>
                  </a:lnTo>
                  <a:lnTo>
                    <a:pt x="350951" y="0"/>
                  </a:lnTo>
                  <a:close/>
                </a:path>
                <a:path w="486409" h="1375410">
                  <a:moveTo>
                    <a:pt x="373443" y="0"/>
                  </a:moveTo>
                  <a:lnTo>
                    <a:pt x="359956" y="0"/>
                  </a:lnTo>
                  <a:lnTo>
                    <a:pt x="359956" y="3810"/>
                  </a:lnTo>
                  <a:lnTo>
                    <a:pt x="373443" y="3810"/>
                  </a:lnTo>
                  <a:lnTo>
                    <a:pt x="373443" y="0"/>
                  </a:lnTo>
                  <a:close/>
                </a:path>
                <a:path w="486409" h="1375410">
                  <a:moveTo>
                    <a:pt x="395947" y="0"/>
                  </a:moveTo>
                  <a:lnTo>
                    <a:pt x="382447" y="0"/>
                  </a:lnTo>
                  <a:lnTo>
                    <a:pt x="382447" y="3810"/>
                  </a:lnTo>
                  <a:lnTo>
                    <a:pt x="395947" y="3810"/>
                  </a:lnTo>
                  <a:lnTo>
                    <a:pt x="395947" y="0"/>
                  </a:lnTo>
                  <a:close/>
                </a:path>
                <a:path w="486409" h="1375410">
                  <a:moveTo>
                    <a:pt x="418439" y="0"/>
                  </a:moveTo>
                  <a:lnTo>
                    <a:pt x="404939" y="0"/>
                  </a:lnTo>
                  <a:lnTo>
                    <a:pt x="404939" y="3810"/>
                  </a:lnTo>
                  <a:lnTo>
                    <a:pt x="418439" y="3810"/>
                  </a:lnTo>
                  <a:lnTo>
                    <a:pt x="418439" y="0"/>
                  </a:lnTo>
                  <a:close/>
                </a:path>
                <a:path w="486409" h="1375410">
                  <a:moveTo>
                    <a:pt x="440944" y="0"/>
                  </a:moveTo>
                  <a:lnTo>
                    <a:pt x="427443" y="0"/>
                  </a:lnTo>
                  <a:lnTo>
                    <a:pt x="427443" y="3810"/>
                  </a:lnTo>
                  <a:lnTo>
                    <a:pt x="440944" y="3810"/>
                  </a:lnTo>
                  <a:lnTo>
                    <a:pt x="440944" y="0"/>
                  </a:lnTo>
                  <a:close/>
                </a:path>
                <a:path w="486409" h="1375410">
                  <a:moveTo>
                    <a:pt x="463435" y="0"/>
                  </a:moveTo>
                  <a:lnTo>
                    <a:pt x="449935" y="0"/>
                  </a:lnTo>
                  <a:lnTo>
                    <a:pt x="449935" y="3810"/>
                  </a:lnTo>
                  <a:lnTo>
                    <a:pt x="463435" y="3810"/>
                  </a:lnTo>
                  <a:lnTo>
                    <a:pt x="463435" y="0"/>
                  </a:lnTo>
                  <a:close/>
                </a:path>
                <a:path w="486409" h="1375410">
                  <a:moveTo>
                    <a:pt x="485927" y="0"/>
                  </a:moveTo>
                  <a:lnTo>
                    <a:pt x="472427" y="0"/>
                  </a:lnTo>
                  <a:lnTo>
                    <a:pt x="472427" y="3810"/>
                  </a:lnTo>
                  <a:lnTo>
                    <a:pt x="485927" y="3810"/>
                  </a:lnTo>
                  <a:lnTo>
                    <a:pt x="485927" y="0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808120" y="4263694"/>
            <a:ext cx="60325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5" dirty="0">
                <a:solidFill>
                  <a:srgbClr val="262424"/>
                </a:solidFill>
                <a:latin typeface="Tahoma"/>
                <a:cs typeface="Tahoma"/>
              </a:rPr>
              <a:t>0</a:t>
            </a:r>
            <a:endParaRPr sz="4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08120" y="3929996"/>
            <a:ext cx="9144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62424"/>
                </a:solidFill>
                <a:latin typeface="Tahoma"/>
                <a:cs typeface="Tahoma"/>
              </a:rPr>
              <a:t>50</a:t>
            </a:r>
            <a:endParaRPr sz="4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08120" y="3596294"/>
            <a:ext cx="114935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62424"/>
                </a:solidFill>
                <a:latin typeface="Tahoma"/>
                <a:cs typeface="Tahoma"/>
              </a:rPr>
              <a:t>100</a:t>
            </a:r>
            <a:endParaRPr sz="4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08120" y="3262596"/>
            <a:ext cx="112395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62424"/>
                </a:solidFill>
                <a:latin typeface="Tahoma"/>
                <a:cs typeface="Tahoma"/>
              </a:rPr>
              <a:t>150</a:t>
            </a:r>
            <a:endParaRPr sz="4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08120" y="2928899"/>
            <a:ext cx="12573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solidFill>
                  <a:srgbClr val="262424"/>
                </a:solidFill>
                <a:latin typeface="Tahoma"/>
                <a:cs typeface="Tahoma"/>
              </a:rPr>
              <a:t>200</a:t>
            </a:r>
            <a:endParaRPr sz="4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63323" y="2597796"/>
            <a:ext cx="17526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262424"/>
                </a:solidFill>
                <a:latin typeface="Tahoma"/>
                <a:cs typeface="Tahoma"/>
              </a:rPr>
              <a:t>Count</a:t>
            </a:r>
            <a:endParaRPr sz="4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6484" y="4341685"/>
            <a:ext cx="297815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262424"/>
                </a:solidFill>
                <a:latin typeface="Tahoma"/>
                <a:cs typeface="Tahoma"/>
              </a:rPr>
              <a:t>Electronics</a:t>
            </a:r>
            <a:endParaRPr sz="40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527060" y="4313504"/>
            <a:ext cx="5080" cy="36195"/>
          </a:xfrm>
          <a:custGeom>
            <a:avLst/>
            <a:gdLst/>
            <a:ahLst/>
            <a:cxnLst/>
            <a:rect l="l" t="t" r="r" b="b"/>
            <a:pathLst>
              <a:path w="5080" h="36195">
                <a:moveTo>
                  <a:pt x="3759" y="0"/>
                </a:moveTo>
                <a:lnTo>
                  <a:pt x="762" y="0"/>
                </a:lnTo>
                <a:lnTo>
                  <a:pt x="0" y="762"/>
                </a:lnTo>
                <a:lnTo>
                  <a:pt x="0" y="12750"/>
                </a:lnTo>
                <a:lnTo>
                  <a:pt x="762" y="13500"/>
                </a:lnTo>
                <a:lnTo>
                  <a:pt x="3759" y="13500"/>
                </a:lnTo>
                <a:lnTo>
                  <a:pt x="4508" y="12750"/>
                </a:lnTo>
                <a:lnTo>
                  <a:pt x="4508" y="762"/>
                </a:lnTo>
                <a:lnTo>
                  <a:pt x="3759" y="0"/>
                </a:lnTo>
                <a:close/>
              </a:path>
              <a:path w="5080" h="36195">
                <a:moveTo>
                  <a:pt x="3759" y="22504"/>
                </a:moveTo>
                <a:lnTo>
                  <a:pt x="762" y="22504"/>
                </a:lnTo>
                <a:lnTo>
                  <a:pt x="0" y="23253"/>
                </a:lnTo>
                <a:lnTo>
                  <a:pt x="0" y="35255"/>
                </a:lnTo>
                <a:lnTo>
                  <a:pt x="762" y="36004"/>
                </a:lnTo>
                <a:lnTo>
                  <a:pt x="3759" y="36004"/>
                </a:lnTo>
                <a:lnTo>
                  <a:pt x="4508" y="35255"/>
                </a:lnTo>
                <a:lnTo>
                  <a:pt x="4508" y="23253"/>
                </a:lnTo>
                <a:lnTo>
                  <a:pt x="3759" y="22504"/>
                </a:lnTo>
                <a:close/>
              </a:path>
            </a:pathLst>
          </a:custGeom>
          <a:solidFill>
            <a:srgbClr val="1D2029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440408" y="4341685"/>
            <a:ext cx="17399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solidFill>
                  <a:srgbClr val="262424"/>
                </a:solidFill>
                <a:latin typeface="Tahoma"/>
                <a:cs typeface="Tahoma"/>
              </a:rPr>
              <a:t>Home</a:t>
            </a:r>
            <a:endParaRPr sz="400">
              <a:latin typeface="Tahoma"/>
              <a:cs typeface="Tahom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174062" y="4313504"/>
            <a:ext cx="651510" cy="36195"/>
          </a:xfrm>
          <a:custGeom>
            <a:avLst/>
            <a:gdLst/>
            <a:ahLst/>
            <a:cxnLst/>
            <a:rect l="l" t="t" r="r" b="b"/>
            <a:pathLst>
              <a:path w="651510" h="36195">
                <a:moveTo>
                  <a:pt x="4508" y="23253"/>
                </a:moveTo>
                <a:lnTo>
                  <a:pt x="3759" y="22504"/>
                </a:lnTo>
                <a:lnTo>
                  <a:pt x="762" y="22504"/>
                </a:lnTo>
                <a:lnTo>
                  <a:pt x="0" y="23253"/>
                </a:lnTo>
                <a:lnTo>
                  <a:pt x="0" y="35255"/>
                </a:lnTo>
                <a:lnTo>
                  <a:pt x="762" y="36004"/>
                </a:lnTo>
                <a:lnTo>
                  <a:pt x="3759" y="36004"/>
                </a:lnTo>
                <a:lnTo>
                  <a:pt x="4508" y="35255"/>
                </a:lnTo>
                <a:lnTo>
                  <a:pt x="4508" y="23253"/>
                </a:lnTo>
                <a:close/>
              </a:path>
              <a:path w="651510" h="36195">
                <a:moveTo>
                  <a:pt x="4508" y="762"/>
                </a:moveTo>
                <a:lnTo>
                  <a:pt x="3759" y="0"/>
                </a:lnTo>
                <a:lnTo>
                  <a:pt x="762" y="0"/>
                </a:lnTo>
                <a:lnTo>
                  <a:pt x="0" y="762"/>
                </a:lnTo>
                <a:lnTo>
                  <a:pt x="0" y="12750"/>
                </a:lnTo>
                <a:lnTo>
                  <a:pt x="762" y="13500"/>
                </a:lnTo>
                <a:lnTo>
                  <a:pt x="3759" y="13500"/>
                </a:lnTo>
                <a:lnTo>
                  <a:pt x="4508" y="12750"/>
                </a:lnTo>
                <a:lnTo>
                  <a:pt x="4508" y="762"/>
                </a:lnTo>
                <a:close/>
              </a:path>
              <a:path w="651510" h="36195">
                <a:moveTo>
                  <a:pt x="651510" y="23253"/>
                </a:moveTo>
                <a:lnTo>
                  <a:pt x="650760" y="22504"/>
                </a:lnTo>
                <a:lnTo>
                  <a:pt x="647763" y="22504"/>
                </a:lnTo>
                <a:lnTo>
                  <a:pt x="647001" y="23253"/>
                </a:lnTo>
                <a:lnTo>
                  <a:pt x="647001" y="35255"/>
                </a:lnTo>
                <a:lnTo>
                  <a:pt x="647763" y="36004"/>
                </a:lnTo>
                <a:lnTo>
                  <a:pt x="650760" y="36004"/>
                </a:lnTo>
                <a:lnTo>
                  <a:pt x="651510" y="35255"/>
                </a:lnTo>
                <a:lnTo>
                  <a:pt x="651510" y="23253"/>
                </a:lnTo>
                <a:close/>
              </a:path>
              <a:path w="651510" h="36195">
                <a:moveTo>
                  <a:pt x="651510" y="762"/>
                </a:moveTo>
                <a:lnTo>
                  <a:pt x="650760" y="0"/>
                </a:lnTo>
                <a:lnTo>
                  <a:pt x="647763" y="0"/>
                </a:lnTo>
                <a:lnTo>
                  <a:pt x="647001" y="762"/>
                </a:lnTo>
                <a:lnTo>
                  <a:pt x="647001" y="12750"/>
                </a:lnTo>
                <a:lnTo>
                  <a:pt x="647763" y="13500"/>
                </a:lnTo>
                <a:lnTo>
                  <a:pt x="650760" y="13500"/>
                </a:lnTo>
                <a:lnTo>
                  <a:pt x="651510" y="12750"/>
                </a:lnTo>
                <a:lnTo>
                  <a:pt x="651510" y="762"/>
                </a:lnTo>
                <a:close/>
              </a:path>
            </a:pathLst>
          </a:custGeom>
          <a:solidFill>
            <a:srgbClr val="1D2029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709811" y="4341685"/>
            <a:ext cx="218440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262424"/>
                </a:solidFill>
                <a:latin typeface="Tahoma"/>
                <a:cs typeface="Tahoma"/>
              </a:rPr>
              <a:t>Fashion</a:t>
            </a:r>
            <a:endParaRPr sz="400">
              <a:latin typeface="Tahoma"/>
              <a:cs typeface="Tahom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468077" y="4313504"/>
            <a:ext cx="5080" cy="36195"/>
          </a:xfrm>
          <a:custGeom>
            <a:avLst/>
            <a:gdLst/>
            <a:ahLst/>
            <a:cxnLst/>
            <a:rect l="l" t="t" r="r" b="b"/>
            <a:pathLst>
              <a:path w="5079" h="36195">
                <a:moveTo>
                  <a:pt x="3733" y="0"/>
                </a:moveTo>
                <a:lnTo>
                  <a:pt x="749" y="0"/>
                </a:lnTo>
                <a:lnTo>
                  <a:pt x="0" y="762"/>
                </a:lnTo>
                <a:lnTo>
                  <a:pt x="0" y="12750"/>
                </a:lnTo>
                <a:lnTo>
                  <a:pt x="749" y="13500"/>
                </a:lnTo>
                <a:lnTo>
                  <a:pt x="3733" y="13500"/>
                </a:lnTo>
                <a:lnTo>
                  <a:pt x="4483" y="12750"/>
                </a:lnTo>
                <a:lnTo>
                  <a:pt x="4483" y="762"/>
                </a:lnTo>
                <a:lnTo>
                  <a:pt x="3733" y="0"/>
                </a:lnTo>
                <a:close/>
              </a:path>
              <a:path w="5079" h="36195">
                <a:moveTo>
                  <a:pt x="3733" y="22504"/>
                </a:moveTo>
                <a:lnTo>
                  <a:pt x="749" y="22504"/>
                </a:lnTo>
                <a:lnTo>
                  <a:pt x="0" y="23253"/>
                </a:lnTo>
                <a:lnTo>
                  <a:pt x="0" y="35255"/>
                </a:lnTo>
                <a:lnTo>
                  <a:pt x="749" y="36004"/>
                </a:lnTo>
                <a:lnTo>
                  <a:pt x="3733" y="36004"/>
                </a:lnTo>
                <a:lnTo>
                  <a:pt x="4483" y="35255"/>
                </a:lnTo>
                <a:lnTo>
                  <a:pt x="4483" y="23253"/>
                </a:lnTo>
                <a:lnTo>
                  <a:pt x="3733" y="22504"/>
                </a:lnTo>
                <a:close/>
              </a:path>
            </a:pathLst>
          </a:custGeom>
          <a:solidFill>
            <a:srgbClr val="1D2029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366935" y="4341685"/>
            <a:ext cx="200025" cy="90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10" dirty="0">
                <a:solidFill>
                  <a:srgbClr val="262424"/>
                </a:solidFill>
                <a:latin typeface="Tahoma"/>
                <a:cs typeface="Tahoma"/>
              </a:rPr>
              <a:t>Beauty</a:t>
            </a:r>
            <a:endParaRPr sz="4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052116" y="4316338"/>
            <a:ext cx="254000" cy="205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6034">
              <a:lnSpc>
                <a:spcPct val="147700"/>
              </a:lnSpc>
              <a:spcBef>
                <a:spcPts val="95"/>
              </a:spcBef>
            </a:pPr>
            <a:r>
              <a:rPr sz="400" spc="-10" dirty="0">
                <a:solidFill>
                  <a:srgbClr val="262424"/>
                </a:solidFill>
                <a:latin typeface="Tahoma"/>
                <a:cs typeface="Tahoma"/>
              </a:rPr>
              <a:t>Sports</a:t>
            </a:r>
            <a:r>
              <a:rPr sz="400" spc="50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400" spc="-10" dirty="0">
                <a:solidFill>
                  <a:srgbClr val="262424"/>
                </a:solidFill>
                <a:latin typeface="Tahoma"/>
                <a:cs typeface="Tahoma"/>
              </a:rPr>
              <a:t>Category</a:t>
            </a:r>
            <a:endParaRPr sz="40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56567" y="2707258"/>
            <a:ext cx="3239770" cy="1606550"/>
            <a:chOff x="556567" y="2707258"/>
            <a:chExt cx="3239770" cy="1606550"/>
          </a:xfrm>
        </p:grpSpPr>
        <p:sp>
          <p:nvSpPr>
            <p:cNvPr id="50" name="object 50"/>
            <p:cNvSpPr/>
            <p:nvPr/>
          </p:nvSpPr>
          <p:spPr>
            <a:xfrm>
              <a:off x="556567" y="2707258"/>
              <a:ext cx="3239770" cy="1606550"/>
            </a:xfrm>
            <a:custGeom>
              <a:avLst/>
              <a:gdLst/>
              <a:ahLst/>
              <a:cxnLst/>
              <a:rect l="l" t="t" r="r" b="b"/>
              <a:pathLst>
                <a:path w="3239770" h="1606550">
                  <a:moveTo>
                    <a:pt x="71239" y="0"/>
                  </a:moveTo>
                  <a:lnTo>
                    <a:pt x="59239" y="0"/>
                  </a:lnTo>
                  <a:lnTo>
                    <a:pt x="58489" y="749"/>
                  </a:lnTo>
                  <a:lnTo>
                    <a:pt x="58489" y="3746"/>
                  </a:lnTo>
                  <a:lnTo>
                    <a:pt x="59239" y="4495"/>
                  </a:lnTo>
                  <a:lnTo>
                    <a:pt x="71239" y="4495"/>
                  </a:lnTo>
                  <a:lnTo>
                    <a:pt x="71988" y="3746"/>
                  </a:lnTo>
                  <a:lnTo>
                    <a:pt x="71988" y="749"/>
                  </a:lnTo>
                  <a:lnTo>
                    <a:pt x="71239" y="0"/>
                  </a:lnTo>
                  <a:close/>
                </a:path>
                <a:path w="3239770" h="1606550">
                  <a:moveTo>
                    <a:pt x="93737" y="0"/>
                  </a:moveTo>
                  <a:lnTo>
                    <a:pt x="81737" y="0"/>
                  </a:lnTo>
                  <a:lnTo>
                    <a:pt x="80987" y="749"/>
                  </a:lnTo>
                  <a:lnTo>
                    <a:pt x="80987" y="3746"/>
                  </a:lnTo>
                  <a:lnTo>
                    <a:pt x="81737" y="4495"/>
                  </a:lnTo>
                  <a:lnTo>
                    <a:pt x="93737" y="4495"/>
                  </a:lnTo>
                  <a:lnTo>
                    <a:pt x="94486" y="3746"/>
                  </a:lnTo>
                  <a:lnTo>
                    <a:pt x="94486" y="749"/>
                  </a:lnTo>
                  <a:lnTo>
                    <a:pt x="93737" y="0"/>
                  </a:lnTo>
                  <a:close/>
                </a:path>
                <a:path w="3239770" h="1606550">
                  <a:moveTo>
                    <a:pt x="116230" y="0"/>
                  </a:moveTo>
                  <a:lnTo>
                    <a:pt x="104233" y="0"/>
                  </a:lnTo>
                  <a:lnTo>
                    <a:pt x="103485" y="749"/>
                  </a:lnTo>
                  <a:lnTo>
                    <a:pt x="103485" y="3746"/>
                  </a:lnTo>
                  <a:lnTo>
                    <a:pt x="104233" y="4495"/>
                  </a:lnTo>
                  <a:lnTo>
                    <a:pt x="116230" y="4495"/>
                  </a:lnTo>
                  <a:lnTo>
                    <a:pt x="116983" y="3746"/>
                  </a:lnTo>
                  <a:lnTo>
                    <a:pt x="116983" y="749"/>
                  </a:lnTo>
                  <a:lnTo>
                    <a:pt x="116230" y="0"/>
                  </a:lnTo>
                  <a:close/>
                </a:path>
                <a:path w="3239770" h="1606550">
                  <a:moveTo>
                    <a:pt x="138728" y="0"/>
                  </a:moveTo>
                  <a:lnTo>
                    <a:pt x="126732" y="0"/>
                  </a:lnTo>
                  <a:lnTo>
                    <a:pt x="125978" y="749"/>
                  </a:lnTo>
                  <a:lnTo>
                    <a:pt x="125978" y="3746"/>
                  </a:lnTo>
                  <a:lnTo>
                    <a:pt x="126732" y="4495"/>
                  </a:lnTo>
                  <a:lnTo>
                    <a:pt x="138728" y="4495"/>
                  </a:lnTo>
                  <a:lnTo>
                    <a:pt x="139476" y="3746"/>
                  </a:lnTo>
                  <a:lnTo>
                    <a:pt x="139476" y="749"/>
                  </a:lnTo>
                  <a:lnTo>
                    <a:pt x="138728" y="0"/>
                  </a:lnTo>
                  <a:close/>
                </a:path>
                <a:path w="3239770" h="1606550">
                  <a:moveTo>
                    <a:pt x="161225" y="0"/>
                  </a:moveTo>
                  <a:lnTo>
                    <a:pt x="149225" y="0"/>
                  </a:lnTo>
                  <a:lnTo>
                    <a:pt x="148475" y="749"/>
                  </a:lnTo>
                  <a:lnTo>
                    <a:pt x="148475" y="3746"/>
                  </a:lnTo>
                  <a:lnTo>
                    <a:pt x="149225" y="4495"/>
                  </a:lnTo>
                  <a:lnTo>
                    <a:pt x="161225" y="4495"/>
                  </a:lnTo>
                  <a:lnTo>
                    <a:pt x="161974" y="3746"/>
                  </a:lnTo>
                  <a:lnTo>
                    <a:pt x="161974" y="749"/>
                  </a:lnTo>
                  <a:lnTo>
                    <a:pt x="161225" y="0"/>
                  </a:lnTo>
                  <a:close/>
                </a:path>
                <a:path w="3239770" h="1606550">
                  <a:moveTo>
                    <a:pt x="183723" y="0"/>
                  </a:moveTo>
                  <a:lnTo>
                    <a:pt x="171723" y="0"/>
                  </a:lnTo>
                  <a:lnTo>
                    <a:pt x="170973" y="749"/>
                  </a:lnTo>
                  <a:lnTo>
                    <a:pt x="170973" y="3746"/>
                  </a:lnTo>
                  <a:lnTo>
                    <a:pt x="171723" y="4495"/>
                  </a:lnTo>
                  <a:lnTo>
                    <a:pt x="183723" y="4495"/>
                  </a:lnTo>
                  <a:lnTo>
                    <a:pt x="184472" y="3746"/>
                  </a:lnTo>
                  <a:lnTo>
                    <a:pt x="184472" y="749"/>
                  </a:lnTo>
                  <a:lnTo>
                    <a:pt x="183723" y="0"/>
                  </a:lnTo>
                  <a:close/>
                </a:path>
                <a:path w="3239770" h="1606550">
                  <a:moveTo>
                    <a:pt x="206216" y="0"/>
                  </a:moveTo>
                  <a:lnTo>
                    <a:pt x="194221" y="0"/>
                  </a:lnTo>
                  <a:lnTo>
                    <a:pt x="193471" y="749"/>
                  </a:lnTo>
                  <a:lnTo>
                    <a:pt x="193471" y="3746"/>
                  </a:lnTo>
                  <a:lnTo>
                    <a:pt x="194221" y="4495"/>
                  </a:lnTo>
                  <a:lnTo>
                    <a:pt x="206216" y="4495"/>
                  </a:lnTo>
                  <a:lnTo>
                    <a:pt x="206965" y="3746"/>
                  </a:lnTo>
                  <a:lnTo>
                    <a:pt x="206965" y="749"/>
                  </a:lnTo>
                  <a:lnTo>
                    <a:pt x="206216" y="0"/>
                  </a:lnTo>
                  <a:close/>
                </a:path>
                <a:path w="3239770" h="1606550">
                  <a:moveTo>
                    <a:pt x="228714" y="0"/>
                  </a:moveTo>
                  <a:lnTo>
                    <a:pt x="216719" y="0"/>
                  </a:lnTo>
                  <a:lnTo>
                    <a:pt x="215964" y="749"/>
                  </a:lnTo>
                  <a:lnTo>
                    <a:pt x="215964" y="3746"/>
                  </a:lnTo>
                  <a:lnTo>
                    <a:pt x="216719" y="4495"/>
                  </a:lnTo>
                  <a:lnTo>
                    <a:pt x="228714" y="4495"/>
                  </a:lnTo>
                  <a:lnTo>
                    <a:pt x="229463" y="3746"/>
                  </a:lnTo>
                  <a:lnTo>
                    <a:pt x="229463" y="749"/>
                  </a:lnTo>
                  <a:lnTo>
                    <a:pt x="228714" y="0"/>
                  </a:lnTo>
                  <a:close/>
                </a:path>
                <a:path w="3239770" h="1606550">
                  <a:moveTo>
                    <a:pt x="251212" y="0"/>
                  </a:moveTo>
                  <a:lnTo>
                    <a:pt x="239212" y="0"/>
                  </a:lnTo>
                  <a:lnTo>
                    <a:pt x="238462" y="749"/>
                  </a:lnTo>
                  <a:lnTo>
                    <a:pt x="238462" y="3746"/>
                  </a:lnTo>
                  <a:lnTo>
                    <a:pt x="239212" y="4495"/>
                  </a:lnTo>
                  <a:lnTo>
                    <a:pt x="251212" y="4495"/>
                  </a:lnTo>
                  <a:lnTo>
                    <a:pt x="251961" y="3746"/>
                  </a:lnTo>
                  <a:lnTo>
                    <a:pt x="251961" y="749"/>
                  </a:lnTo>
                  <a:lnTo>
                    <a:pt x="251212" y="0"/>
                  </a:lnTo>
                  <a:close/>
                </a:path>
                <a:path w="3239770" h="1606550">
                  <a:moveTo>
                    <a:pt x="273710" y="0"/>
                  </a:moveTo>
                  <a:lnTo>
                    <a:pt x="261710" y="0"/>
                  </a:lnTo>
                  <a:lnTo>
                    <a:pt x="260960" y="749"/>
                  </a:lnTo>
                  <a:lnTo>
                    <a:pt x="260960" y="3746"/>
                  </a:lnTo>
                  <a:lnTo>
                    <a:pt x="261710" y="4495"/>
                  </a:lnTo>
                  <a:lnTo>
                    <a:pt x="273710" y="4495"/>
                  </a:lnTo>
                  <a:lnTo>
                    <a:pt x="274459" y="3746"/>
                  </a:lnTo>
                  <a:lnTo>
                    <a:pt x="274459" y="749"/>
                  </a:lnTo>
                  <a:lnTo>
                    <a:pt x="273710" y="0"/>
                  </a:lnTo>
                  <a:close/>
                </a:path>
                <a:path w="3239770" h="1606550">
                  <a:moveTo>
                    <a:pt x="296203" y="0"/>
                  </a:moveTo>
                  <a:lnTo>
                    <a:pt x="284206" y="0"/>
                  </a:lnTo>
                  <a:lnTo>
                    <a:pt x="283458" y="749"/>
                  </a:lnTo>
                  <a:lnTo>
                    <a:pt x="283458" y="3746"/>
                  </a:lnTo>
                  <a:lnTo>
                    <a:pt x="284206" y="4495"/>
                  </a:lnTo>
                  <a:lnTo>
                    <a:pt x="296203" y="4495"/>
                  </a:lnTo>
                  <a:lnTo>
                    <a:pt x="296952" y="3746"/>
                  </a:lnTo>
                  <a:lnTo>
                    <a:pt x="296952" y="749"/>
                  </a:lnTo>
                  <a:lnTo>
                    <a:pt x="296203" y="0"/>
                  </a:lnTo>
                  <a:close/>
                </a:path>
                <a:path w="3239770" h="1606550">
                  <a:moveTo>
                    <a:pt x="318701" y="0"/>
                  </a:moveTo>
                  <a:lnTo>
                    <a:pt x="306699" y="0"/>
                  </a:lnTo>
                  <a:lnTo>
                    <a:pt x="305950" y="749"/>
                  </a:lnTo>
                  <a:lnTo>
                    <a:pt x="305950" y="3746"/>
                  </a:lnTo>
                  <a:lnTo>
                    <a:pt x="306699" y="4495"/>
                  </a:lnTo>
                  <a:lnTo>
                    <a:pt x="318701" y="4495"/>
                  </a:lnTo>
                  <a:lnTo>
                    <a:pt x="319449" y="3746"/>
                  </a:lnTo>
                  <a:lnTo>
                    <a:pt x="319449" y="749"/>
                  </a:lnTo>
                  <a:lnTo>
                    <a:pt x="318701" y="0"/>
                  </a:lnTo>
                  <a:close/>
                </a:path>
                <a:path w="3239770" h="1606550">
                  <a:moveTo>
                    <a:pt x="341198" y="0"/>
                  </a:moveTo>
                  <a:lnTo>
                    <a:pt x="329197" y="0"/>
                  </a:lnTo>
                  <a:lnTo>
                    <a:pt x="328448" y="749"/>
                  </a:lnTo>
                  <a:lnTo>
                    <a:pt x="328448" y="3746"/>
                  </a:lnTo>
                  <a:lnTo>
                    <a:pt x="329197" y="4495"/>
                  </a:lnTo>
                  <a:lnTo>
                    <a:pt x="341198" y="4495"/>
                  </a:lnTo>
                  <a:lnTo>
                    <a:pt x="341947" y="3746"/>
                  </a:lnTo>
                  <a:lnTo>
                    <a:pt x="341947" y="749"/>
                  </a:lnTo>
                  <a:lnTo>
                    <a:pt x="341198" y="0"/>
                  </a:lnTo>
                  <a:close/>
                </a:path>
                <a:path w="3239770" h="1606550">
                  <a:moveTo>
                    <a:pt x="363691" y="0"/>
                  </a:moveTo>
                  <a:lnTo>
                    <a:pt x="351696" y="0"/>
                  </a:lnTo>
                  <a:lnTo>
                    <a:pt x="350946" y="749"/>
                  </a:lnTo>
                  <a:lnTo>
                    <a:pt x="350946" y="3746"/>
                  </a:lnTo>
                  <a:lnTo>
                    <a:pt x="351696" y="4495"/>
                  </a:lnTo>
                  <a:lnTo>
                    <a:pt x="363691" y="4495"/>
                  </a:lnTo>
                  <a:lnTo>
                    <a:pt x="364445" y="3746"/>
                  </a:lnTo>
                  <a:lnTo>
                    <a:pt x="364445" y="749"/>
                  </a:lnTo>
                  <a:lnTo>
                    <a:pt x="363691" y="0"/>
                  </a:lnTo>
                  <a:close/>
                </a:path>
                <a:path w="3239770" h="1606550">
                  <a:moveTo>
                    <a:pt x="386189" y="0"/>
                  </a:moveTo>
                  <a:lnTo>
                    <a:pt x="374194" y="0"/>
                  </a:lnTo>
                  <a:lnTo>
                    <a:pt x="373444" y="749"/>
                  </a:lnTo>
                  <a:lnTo>
                    <a:pt x="373444" y="3746"/>
                  </a:lnTo>
                  <a:lnTo>
                    <a:pt x="374194" y="4495"/>
                  </a:lnTo>
                  <a:lnTo>
                    <a:pt x="386189" y="4495"/>
                  </a:lnTo>
                  <a:lnTo>
                    <a:pt x="386938" y="3746"/>
                  </a:lnTo>
                  <a:lnTo>
                    <a:pt x="386938" y="749"/>
                  </a:lnTo>
                  <a:lnTo>
                    <a:pt x="386189" y="0"/>
                  </a:lnTo>
                  <a:close/>
                </a:path>
                <a:path w="3239770" h="1606550">
                  <a:moveTo>
                    <a:pt x="408687" y="0"/>
                  </a:moveTo>
                  <a:lnTo>
                    <a:pt x="396687" y="0"/>
                  </a:lnTo>
                  <a:lnTo>
                    <a:pt x="395937" y="749"/>
                  </a:lnTo>
                  <a:lnTo>
                    <a:pt x="395937" y="3746"/>
                  </a:lnTo>
                  <a:lnTo>
                    <a:pt x="396687" y="4495"/>
                  </a:lnTo>
                  <a:lnTo>
                    <a:pt x="408687" y="4495"/>
                  </a:lnTo>
                  <a:lnTo>
                    <a:pt x="409436" y="3746"/>
                  </a:lnTo>
                  <a:lnTo>
                    <a:pt x="409436" y="749"/>
                  </a:lnTo>
                  <a:lnTo>
                    <a:pt x="408687" y="0"/>
                  </a:lnTo>
                  <a:close/>
                </a:path>
                <a:path w="3239770" h="1606550">
                  <a:moveTo>
                    <a:pt x="431185" y="0"/>
                  </a:moveTo>
                  <a:lnTo>
                    <a:pt x="419185" y="0"/>
                  </a:lnTo>
                  <a:lnTo>
                    <a:pt x="418435" y="749"/>
                  </a:lnTo>
                  <a:lnTo>
                    <a:pt x="418435" y="3746"/>
                  </a:lnTo>
                  <a:lnTo>
                    <a:pt x="419185" y="4495"/>
                  </a:lnTo>
                  <a:lnTo>
                    <a:pt x="431185" y="4495"/>
                  </a:lnTo>
                  <a:lnTo>
                    <a:pt x="431934" y="3746"/>
                  </a:lnTo>
                  <a:lnTo>
                    <a:pt x="431934" y="749"/>
                  </a:lnTo>
                  <a:lnTo>
                    <a:pt x="431185" y="0"/>
                  </a:lnTo>
                  <a:close/>
                </a:path>
                <a:path w="3239770" h="1606550">
                  <a:moveTo>
                    <a:pt x="453678" y="0"/>
                  </a:moveTo>
                  <a:lnTo>
                    <a:pt x="441681" y="0"/>
                  </a:lnTo>
                  <a:lnTo>
                    <a:pt x="440933" y="749"/>
                  </a:lnTo>
                  <a:lnTo>
                    <a:pt x="440933" y="3746"/>
                  </a:lnTo>
                  <a:lnTo>
                    <a:pt x="441681" y="4495"/>
                  </a:lnTo>
                  <a:lnTo>
                    <a:pt x="453678" y="4495"/>
                  </a:lnTo>
                  <a:lnTo>
                    <a:pt x="454432" y="3746"/>
                  </a:lnTo>
                  <a:lnTo>
                    <a:pt x="454432" y="749"/>
                  </a:lnTo>
                  <a:lnTo>
                    <a:pt x="453678" y="0"/>
                  </a:lnTo>
                  <a:close/>
                </a:path>
                <a:path w="3239770" h="1606550">
                  <a:moveTo>
                    <a:pt x="476176" y="0"/>
                  </a:moveTo>
                  <a:lnTo>
                    <a:pt x="464179" y="0"/>
                  </a:lnTo>
                  <a:lnTo>
                    <a:pt x="463426" y="749"/>
                  </a:lnTo>
                  <a:lnTo>
                    <a:pt x="463426" y="3746"/>
                  </a:lnTo>
                  <a:lnTo>
                    <a:pt x="464179" y="4495"/>
                  </a:lnTo>
                  <a:lnTo>
                    <a:pt x="476176" y="4495"/>
                  </a:lnTo>
                  <a:lnTo>
                    <a:pt x="476924" y="3746"/>
                  </a:lnTo>
                  <a:lnTo>
                    <a:pt x="476924" y="749"/>
                  </a:lnTo>
                  <a:lnTo>
                    <a:pt x="476176" y="0"/>
                  </a:lnTo>
                  <a:close/>
                </a:path>
                <a:path w="3239770" h="1606550">
                  <a:moveTo>
                    <a:pt x="498673" y="0"/>
                  </a:moveTo>
                  <a:lnTo>
                    <a:pt x="486672" y="0"/>
                  </a:lnTo>
                  <a:lnTo>
                    <a:pt x="485923" y="749"/>
                  </a:lnTo>
                  <a:lnTo>
                    <a:pt x="485923" y="3746"/>
                  </a:lnTo>
                  <a:lnTo>
                    <a:pt x="486672" y="4495"/>
                  </a:lnTo>
                  <a:lnTo>
                    <a:pt x="498673" y="4495"/>
                  </a:lnTo>
                  <a:lnTo>
                    <a:pt x="499422" y="3746"/>
                  </a:lnTo>
                  <a:lnTo>
                    <a:pt x="499422" y="749"/>
                  </a:lnTo>
                  <a:lnTo>
                    <a:pt x="498673" y="0"/>
                  </a:lnTo>
                  <a:close/>
                </a:path>
                <a:path w="3239770" h="1606550">
                  <a:moveTo>
                    <a:pt x="521171" y="0"/>
                  </a:moveTo>
                  <a:lnTo>
                    <a:pt x="509170" y="0"/>
                  </a:lnTo>
                  <a:lnTo>
                    <a:pt x="508421" y="749"/>
                  </a:lnTo>
                  <a:lnTo>
                    <a:pt x="508421" y="3746"/>
                  </a:lnTo>
                  <a:lnTo>
                    <a:pt x="509170" y="4495"/>
                  </a:lnTo>
                  <a:lnTo>
                    <a:pt x="521171" y="4495"/>
                  </a:lnTo>
                  <a:lnTo>
                    <a:pt x="521920" y="3746"/>
                  </a:lnTo>
                  <a:lnTo>
                    <a:pt x="521920" y="749"/>
                  </a:lnTo>
                  <a:lnTo>
                    <a:pt x="521171" y="0"/>
                  </a:lnTo>
                  <a:close/>
                </a:path>
                <a:path w="3239770" h="1606550">
                  <a:moveTo>
                    <a:pt x="543664" y="0"/>
                  </a:moveTo>
                  <a:lnTo>
                    <a:pt x="531669" y="0"/>
                  </a:lnTo>
                  <a:lnTo>
                    <a:pt x="530919" y="749"/>
                  </a:lnTo>
                  <a:lnTo>
                    <a:pt x="530919" y="3746"/>
                  </a:lnTo>
                  <a:lnTo>
                    <a:pt x="531669" y="4495"/>
                  </a:lnTo>
                  <a:lnTo>
                    <a:pt x="543664" y="4495"/>
                  </a:lnTo>
                  <a:lnTo>
                    <a:pt x="544418" y="3746"/>
                  </a:lnTo>
                  <a:lnTo>
                    <a:pt x="544418" y="749"/>
                  </a:lnTo>
                  <a:lnTo>
                    <a:pt x="543664" y="0"/>
                  </a:lnTo>
                  <a:close/>
                </a:path>
                <a:path w="3239770" h="1606550">
                  <a:moveTo>
                    <a:pt x="566162" y="0"/>
                  </a:moveTo>
                  <a:lnTo>
                    <a:pt x="554167" y="0"/>
                  </a:lnTo>
                  <a:lnTo>
                    <a:pt x="553412" y="749"/>
                  </a:lnTo>
                  <a:lnTo>
                    <a:pt x="553412" y="3746"/>
                  </a:lnTo>
                  <a:lnTo>
                    <a:pt x="554167" y="4495"/>
                  </a:lnTo>
                  <a:lnTo>
                    <a:pt x="566162" y="4495"/>
                  </a:lnTo>
                  <a:lnTo>
                    <a:pt x="566911" y="3746"/>
                  </a:lnTo>
                  <a:lnTo>
                    <a:pt x="566911" y="749"/>
                  </a:lnTo>
                  <a:lnTo>
                    <a:pt x="566162" y="0"/>
                  </a:lnTo>
                  <a:close/>
                </a:path>
                <a:path w="3239770" h="1606550">
                  <a:moveTo>
                    <a:pt x="588660" y="0"/>
                  </a:moveTo>
                  <a:lnTo>
                    <a:pt x="576660" y="0"/>
                  </a:lnTo>
                  <a:lnTo>
                    <a:pt x="575910" y="749"/>
                  </a:lnTo>
                  <a:lnTo>
                    <a:pt x="575910" y="3746"/>
                  </a:lnTo>
                  <a:lnTo>
                    <a:pt x="576660" y="4495"/>
                  </a:lnTo>
                  <a:lnTo>
                    <a:pt x="588660" y="4495"/>
                  </a:lnTo>
                  <a:lnTo>
                    <a:pt x="589409" y="3746"/>
                  </a:lnTo>
                  <a:lnTo>
                    <a:pt x="589409" y="749"/>
                  </a:lnTo>
                  <a:lnTo>
                    <a:pt x="588660" y="0"/>
                  </a:lnTo>
                  <a:close/>
                </a:path>
                <a:path w="3239770" h="1606550">
                  <a:moveTo>
                    <a:pt x="611158" y="0"/>
                  </a:moveTo>
                  <a:lnTo>
                    <a:pt x="599158" y="0"/>
                  </a:lnTo>
                  <a:lnTo>
                    <a:pt x="598408" y="749"/>
                  </a:lnTo>
                  <a:lnTo>
                    <a:pt x="598408" y="3746"/>
                  </a:lnTo>
                  <a:lnTo>
                    <a:pt x="599158" y="4495"/>
                  </a:lnTo>
                  <a:lnTo>
                    <a:pt x="611158" y="4495"/>
                  </a:lnTo>
                  <a:lnTo>
                    <a:pt x="611907" y="3746"/>
                  </a:lnTo>
                  <a:lnTo>
                    <a:pt x="611907" y="749"/>
                  </a:lnTo>
                  <a:lnTo>
                    <a:pt x="611158" y="0"/>
                  </a:lnTo>
                  <a:close/>
                </a:path>
                <a:path w="3239770" h="1606550">
                  <a:moveTo>
                    <a:pt x="633651" y="0"/>
                  </a:moveTo>
                  <a:lnTo>
                    <a:pt x="621654" y="0"/>
                  </a:lnTo>
                  <a:lnTo>
                    <a:pt x="620906" y="749"/>
                  </a:lnTo>
                  <a:lnTo>
                    <a:pt x="620906" y="3746"/>
                  </a:lnTo>
                  <a:lnTo>
                    <a:pt x="621654" y="4495"/>
                  </a:lnTo>
                  <a:lnTo>
                    <a:pt x="633651" y="4495"/>
                  </a:lnTo>
                  <a:lnTo>
                    <a:pt x="634400" y="3746"/>
                  </a:lnTo>
                  <a:lnTo>
                    <a:pt x="634400" y="749"/>
                  </a:lnTo>
                  <a:lnTo>
                    <a:pt x="633651" y="0"/>
                  </a:lnTo>
                  <a:close/>
                </a:path>
                <a:path w="3239770" h="1606550">
                  <a:moveTo>
                    <a:pt x="656149" y="0"/>
                  </a:moveTo>
                  <a:lnTo>
                    <a:pt x="644152" y="0"/>
                  </a:lnTo>
                  <a:lnTo>
                    <a:pt x="643398" y="749"/>
                  </a:lnTo>
                  <a:lnTo>
                    <a:pt x="643398" y="3746"/>
                  </a:lnTo>
                  <a:lnTo>
                    <a:pt x="644152" y="4495"/>
                  </a:lnTo>
                  <a:lnTo>
                    <a:pt x="656149" y="4495"/>
                  </a:lnTo>
                  <a:lnTo>
                    <a:pt x="656897" y="3746"/>
                  </a:lnTo>
                  <a:lnTo>
                    <a:pt x="656897" y="749"/>
                  </a:lnTo>
                  <a:lnTo>
                    <a:pt x="656149" y="0"/>
                  </a:lnTo>
                  <a:close/>
                </a:path>
                <a:path w="3239770" h="1606550">
                  <a:moveTo>
                    <a:pt x="678646" y="0"/>
                  </a:moveTo>
                  <a:lnTo>
                    <a:pt x="666645" y="0"/>
                  </a:lnTo>
                  <a:lnTo>
                    <a:pt x="665896" y="749"/>
                  </a:lnTo>
                  <a:lnTo>
                    <a:pt x="665896" y="3746"/>
                  </a:lnTo>
                  <a:lnTo>
                    <a:pt x="666645" y="4495"/>
                  </a:lnTo>
                  <a:lnTo>
                    <a:pt x="678646" y="4495"/>
                  </a:lnTo>
                  <a:lnTo>
                    <a:pt x="679395" y="3746"/>
                  </a:lnTo>
                  <a:lnTo>
                    <a:pt x="679395" y="749"/>
                  </a:lnTo>
                  <a:lnTo>
                    <a:pt x="678646" y="0"/>
                  </a:lnTo>
                  <a:close/>
                </a:path>
                <a:path w="3239770" h="1606550">
                  <a:moveTo>
                    <a:pt x="701144" y="0"/>
                  </a:moveTo>
                  <a:lnTo>
                    <a:pt x="689143" y="0"/>
                  </a:lnTo>
                  <a:lnTo>
                    <a:pt x="688394" y="749"/>
                  </a:lnTo>
                  <a:lnTo>
                    <a:pt x="688394" y="3746"/>
                  </a:lnTo>
                  <a:lnTo>
                    <a:pt x="689143" y="4495"/>
                  </a:lnTo>
                  <a:lnTo>
                    <a:pt x="701144" y="4495"/>
                  </a:lnTo>
                  <a:lnTo>
                    <a:pt x="701893" y="3746"/>
                  </a:lnTo>
                  <a:lnTo>
                    <a:pt x="701893" y="749"/>
                  </a:lnTo>
                  <a:lnTo>
                    <a:pt x="701144" y="0"/>
                  </a:lnTo>
                  <a:close/>
                </a:path>
                <a:path w="3239770" h="1606550">
                  <a:moveTo>
                    <a:pt x="723643" y="0"/>
                  </a:moveTo>
                  <a:lnTo>
                    <a:pt x="711641" y="0"/>
                  </a:lnTo>
                  <a:lnTo>
                    <a:pt x="710892" y="749"/>
                  </a:lnTo>
                  <a:lnTo>
                    <a:pt x="710892" y="3746"/>
                  </a:lnTo>
                  <a:lnTo>
                    <a:pt x="711641" y="4495"/>
                  </a:lnTo>
                  <a:lnTo>
                    <a:pt x="723643" y="4495"/>
                  </a:lnTo>
                  <a:lnTo>
                    <a:pt x="724392" y="3746"/>
                  </a:lnTo>
                  <a:lnTo>
                    <a:pt x="724392" y="749"/>
                  </a:lnTo>
                  <a:lnTo>
                    <a:pt x="723643" y="0"/>
                  </a:lnTo>
                  <a:close/>
                </a:path>
                <a:path w="3239770" h="1606550">
                  <a:moveTo>
                    <a:pt x="746135" y="0"/>
                  </a:moveTo>
                  <a:lnTo>
                    <a:pt x="734133" y="0"/>
                  </a:lnTo>
                  <a:lnTo>
                    <a:pt x="733384" y="749"/>
                  </a:lnTo>
                  <a:lnTo>
                    <a:pt x="733384" y="3746"/>
                  </a:lnTo>
                  <a:lnTo>
                    <a:pt x="734133" y="4495"/>
                  </a:lnTo>
                  <a:lnTo>
                    <a:pt x="746135" y="4495"/>
                  </a:lnTo>
                  <a:lnTo>
                    <a:pt x="746884" y="3746"/>
                  </a:lnTo>
                  <a:lnTo>
                    <a:pt x="746884" y="749"/>
                  </a:lnTo>
                  <a:lnTo>
                    <a:pt x="746135" y="0"/>
                  </a:lnTo>
                  <a:close/>
                </a:path>
                <a:path w="3239770" h="1606550">
                  <a:moveTo>
                    <a:pt x="768626" y="0"/>
                  </a:moveTo>
                  <a:lnTo>
                    <a:pt x="756638" y="0"/>
                  </a:lnTo>
                  <a:lnTo>
                    <a:pt x="755888" y="749"/>
                  </a:lnTo>
                  <a:lnTo>
                    <a:pt x="755888" y="3746"/>
                  </a:lnTo>
                  <a:lnTo>
                    <a:pt x="756638" y="4495"/>
                  </a:lnTo>
                  <a:lnTo>
                    <a:pt x="768626" y="4495"/>
                  </a:lnTo>
                  <a:lnTo>
                    <a:pt x="769376" y="3746"/>
                  </a:lnTo>
                  <a:lnTo>
                    <a:pt x="769376" y="749"/>
                  </a:lnTo>
                  <a:lnTo>
                    <a:pt x="768626" y="0"/>
                  </a:lnTo>
                  <a:close/>
                </a:path>
                <a:path w="3239770" h="1606550">
                  <a:moveTo>
                    <a:pt x="791131" y="0"/>
                  </a:moveTo>
                  <a:lnTo>
                    <a:pt x="779129" y="0"/>
                  </a:lnTo>
                  <a:lnTo>
                    <a:pt x="778380" y="749"/>
                  </a:lnTo>
                  <a:lnTo>
                    <a:pt x="778380" y="3746"/>
                  </a:lnTo>
                  <a:lnTo>
                    <a:pt x="779129" y="4495"/>
                  </a:lnTo>
                  <a:lnTo>
                    <a:pt x="791131" y="4495"/>
                  </a:lnTo>
                  <a:lnTo>
                    <a:pt x="791880" y="3746"/>
                  </a:lnTo>
                  <a:lnTo>
                    <a:pt x="791880" y="749"/>
                  </a:lnTo>
                  <a:lnTo>
                    <a:pt x="791131" y="0"/>
                  </a:lnTo>
                  <a:close/>
                </a:path>
                <a:path w="3239770" h="1606550">
                  <a:moveTo>
                    <a:pt x="813622" y="0"/>
                  </a:moveTo>
                  <a:lnTo>
                    <a:pt x="801634" y="0"/>
                  </a:lnTo>
                  <a:lnTo>
                    <a:pt x="800884" y="749"/>
                  </a:lnTo>
                  <a:lnTo>
                    <a:pt x="800884" y="3746"/>
                  </a:lnTo>
                  <a:lnTo>
                    <a:pt x="801634" y="4495"/>
                  </a:lnTo>
                  <a:lnTo>
                    <a:pt x="813622" y="4495"/>
                  </a:lnTo>
                  <a:lnTo>
                    <a:pt x="814372" y="3746"/>
                  </a:lnTo>
                  <a:lnTo>
                    <a:pt x="814372" y="749"/>
                  </a:lnTo>
                  <a:lnTo>
                    <a:pt x="813622" y="0"/>
                  </a:lnTo>
                  <a:close/>
                </a:path>
                <a:path w="3239770" h="1606550">
                  <a:moveTo>
                    <a:pt x="836127" y="0"/>
                  </a:moveTo>
                  <a:lnTo>
                    <a:pt x="824125" y="0"/>
                  </a:lnTo>
                  <a:lnTo>
                    <a:pt x="823376" y="749"/>
                  </a:lnTo>
                  <a:lnTo>
                    <a:pt x="823376" y="3746"/>
                  </a:lnTo>
                  <a:lnTo>
                    <a:pt x="824125" y="4495"/>
                  </a:lnTo>
                  <a:lnTo>
                    <a:pt x="836127" y="4495"/>
                  </a:lnTo>
                  <a:lnTo>
                    <a:pt x="836876" y="3746"/>
                  </a:lnTo>
                  <a:lnTo>
                    <a:pt x="836876" y="749"/>
                  </a:lnTo>
                  <a:lnTo>
                    <a:pt x="836127" y="0"/>
                  </a:lnTo>
                  <a:close/>
                </a:path>
                <a:path w="3239770" h="1606550">
                  <a:moveTo>
                    <a:pt x="858619" y="0"/>
                  </a:moveTo>
                  <a:lnTo>
                    <a:pt x="846617" y="0"/>
                  </a:lnTo>
                  <a:lnTo>
                    <a:pt x="845868" y="749"/>
                  </a:lnTo>
                  <a:lnTo>
                    <a:pt x="845868" y="3746"/>
                  </a:lnTo>
                  <a:lnTo>
                    <a:pt x="846617" y="4495"/>
                  </a:lnTo>
                  <a:lnTo>
                    <a:pt x="858619" y="4495"/>
                  </a:lnTo>
                  <a:lnTo>
                    <a:pt x="859368" y="3746"/>
                  </a:lnTo>
                  <a:lnTo>
                    <a:pt x="859368" y="749"/>
                  </a:lnTo>
                  <a:lnTo>
                    <a:pt x="858619" y="0"/>
                  </a:lnTo>
                  <a:close/>
                </a:path>
                <a:path w="3239770" h="1606550">
                  <a:moveTo>
                    <a:pt x="881110" y="0"/>
                  </a:moveTo>
                  <a:lnTo>
                    <a:pt x="869121" y="0"/>
                  </a:lnTo>
                  <a:lnTo>
                    <a:pt x="868372" y="749"/>
                  </a:lnTo>
                  <a:lnTo>
                    <a:pt x="868372" y="3746"/>
                  </a:lnTo>
                  <a:lnTo>
                    <a:pt x="869121" y="4495"/>
                  </a:lnTo>
                  <a:lnTo>
                    <a:pt x="881110" y="4495"/>
                  </a:lnTo>
                  <a:lnTo>
                    <a:pt x="881872" y="3746"/>
                  </a:lnTo>
                  <a:lnTo>
                    <a:pt x="881872" y="749"/>
                  </a:lnTo>
                  <a:lnTo>
                    <a:pt x="881110" y="0"/>
                  </a:lnTo>
                  <a:close/>
                </a:path>
                <a:path w="3239770" h="1606550">
                  <a:moveTo>
                    <a:pt x="903615" y="0"/>
                  </a:moveTo>
                  <a:lnTo>
                    <a:pt x="891613" y="0"/>
                  </a:lnTo>
                  <a:lnTo>
                    <a:pt x="890864" y="749"/>
                  </a:lnTo>
                  <a:lnTo>
                    <a:pt x="890864" y="3746"/>
                  </a:lnTo>
                  <a:lnTo>
                    <a:pt x="891613" y="4495"/>
                  </a:lnTo>
                  <a:lnTo>
                    <a:pt x="903615" y="4495"/>
                  </a:lnTo>
                  <a:lnTo>
                    <a:pt x="904364" y="3746"/>
                  </a:lnTo>
                  <a:lnTo>
                    <a:pt x="904364" y="749"/>
                  </a:lnTo>
                  <a:lnTo>
                    <a:pt x="903615" y="0"/>
                  </a:lnTo>
                  <a:close/>
                </a:path>
                <a:path w="3239770" h="1606550">
                  <a:moveTo>
                    <a:pt x="926106" y="0"/>
                  </a:moveTo>
                  <a:lnTo>
                    <a:pt x="914105" y="0"/>
                  </a:lnTo>
                  <a:lnTo>
                    <a:pt x="913356" y="749"/>
                  </a:lnTo>
                  <a:lnTo>
                    <a:pt x="913356" y="3746"/>
                  </a:lnTo>
                  <a:lnTo>
                    <a:pt x="914105" y="4495"/>
                  </a:lnTo>
                  <a:lnTo>
                    <a:pt x="926106" y="4495"/>
                  </a:lnTo>
                  <a:lnTo>
                    <a:pt x="926856" y="3746"/>
                  </a:lnTo>
                  <a:lnTo>
                    <a:pt x="926856" y="749"/>
                  </a:lnTo>
                  <a:lnTo>
                    <a:pt x="926106" y="0"/>
                  </a:lnTo>
                  <a:close/>
                </a:path>
                <a:path w="3239770" h="1606550">
                  <a:moveTo>
                    <a:pt x="948611" y="0"/>
                  </a:moveTo>
                  <a:lnTo>
                    <a:pt x="936609" y="0"/>
                  </a:lnTo>
                  <a:lnTo>
                    <a:pt x="935860" y="749"/>
                  </a:lnTo>
                  <a:lnTo>
                    <a:pt x="935860" y="3746"/>
                  </a:lnTo>
                  <a:lnTo>
                    <a:pt x="936609" y="4495"/>
                  </a:lnTo>
                  <a:lnTo>
                    <a:pt x="948611" y="4495"/>
                  </a:lnTo>
                  <a:lnTo>
                    <a:pt x="949360" y="3746"/>
                  </a:lnTo>
                  <a:lnTo>
                    <a:pt x="949360" y="749"/>
                  </a:lnTo>
                  <a:lnTo>
                    <a:pt x="948611" y="0"/>
                  </a:lnTo>
                  <a:close/>
                </a:path>
                <a:path w="3239770" h="1606550">
                  <a:moveTo>
                    <a:pt x="971102" y="0"/>
                  </a:moveTo>
                  <a:lnTo>
                    <a:pt x="959101" y="0"/>
                  </a:lnTo>
                  <a:lnTo>
                    <a:pt x="958352" y="749"/>
                  </a:lnTo>
                  <a:lnTo>
                    <a:pt x="958352" y="3746"/>
                  </a:lnTo>
                  <a:lnTo>
                    <a:pt x="959101" y="4495"/>
                  </a:lnTo>
                  <a:lnTo>
                    <a:pt x="971102" y="4495"/>
                  </a:lnTo>
                  <a:lnTo>
                    <a:pt x="971852" y="3746"/>
                  </a:lnTo>
                  <a:lnTo>
                    <a:pt x="971852" y="749"/>
                  </a:lnTo>
                  <a:lnTo>
                    <a:pt x="971102" y="0"/>
                  </a:lnTo>
                  <a:close/>
                </a:path>
                <a:path w="3239770" h="1606550">
                  <a:moveTo>
                    <a:pt x="993594" y="0"/>
                  </a:moveTo>
                  <a:lnTo>
                    <a:pt x="981605" y="0"/>
                  </a:lnTo>
                  <a:lnTo>
                    <a:pt x="980843" y="749"/>
                  </a:lnTo>
                  <a:lnTo>
                    <a:pt x="980843" y="3746"/>
                  </a:lnTo>
                  <a:lnTo>
                    <a:pt x="981605" y="4495"/>
                  </a:lnTo>
                  <a:lnTo>
                    <a:pt x="993594" y="4495"/>
                  </a:lnTo>
                  <a:lnTo>
                    <a:pt x="994343" y="3746"/>
                  </a:lnTo>
                  <a:lnTo>
                    <a:pt x="994343" y="749"/>
                  </a:lnTo>
                  <a:lnTo>
                    <a:pt x="993594" y="0"/>
                  </a:lnTo>
                  <a:close/>
                </a:path>
                <a:path w="3239770" h="1606550">
                  <a:moveTo>
                    <a:pt x="1016099" y="0"/>
                  </a:moveTo>
                  <a:lnTo>
                    <a:pt x="1004097" y="0"/>
                  </a:lnTo>
                  <a:lnTo>
                    <a:pt x="1003348" y="749"/>
                  </a:lnTo>
                  <a:lnTo>
                    <a:pt x="1003348" y="3746"/>
                  </a:lnTo>
                  <a:lnTo>
                    <a:pt x="1004097" y="4495"/>
                  </a:lnTo>
                  <a:lnTo>
                    <a:pt x="1016099" y="4495"/>
                  </a:lnTo>
                  <a:lnTo>
                    <a:pt x="1016848" y="3746"/>
                  </a:lnTo>
                  <a:lnTo>
                    <a:pt x="1016848" y="749"/>
                  </a:lnTo>
                  <a:lnTo>
                    <a:pt x="1016099" y="0"/>
                  </a:lnTo>
                  <a:close/>
                </a:path>
                <a:path w="3239770" h="1606550">
                  <a:moveTo>
                    <a:pt x="1038590" y="0"/>
                  </a:moveTo>
                  <a:lnTo>
                    <a:pt x="1026589" y="0"/>
                  </a:lnTo>
                  <a:lnTo>
                    <a:pt x="1025839" y="749"/>
                  </a:lnTo>
                  <a:lnTo>
                    <a:pt x="1025839" y="3746"/>
                  </a:lnTo>
                  <a:lnTo>
                    <a:pt x="1026589" y="4495"/>
                  </a:lnTo>
                  <a:lnTo>
                    <a:pt x="1038590" y="4495"/>
                  </a:lnTo>
                  <a:lnTo>
                    <a:pt x="1039340" y="3746"/>
                  </a:lnTo>
                  <a:lnTo>
                    <a:pt x="1039340" y="749"/>
                  </a:lnTo>
                  <a:lnTo>
                    <a:pt x="1038590" y="0"/>
                  </a:lnTo>
                  <a:close/>
                </a:path>
                <a:path w="3239770" h="1606550">
                  <a:moveTo>
                    <a:pt x="1061082" y="0"/>
                  </a:moveTo>
                  <a:lnTo>
                    <a:pt x="1049093" y="0"/>
                  </a:lnTo>
                  <a:lnTo>
                    <a:pt x="1048344" y="749"/>
                  </a:lnTo>
                  <a:lnTo>
                    <a:pt x="1048344" y="3746"/>
                  </a:lnTo>
                  <a:lnTo>
                    <a:pt x="1049093" y="4495"/>
                  </a:lnTo>
                  <a:lnTo>
                    <a:pt x="1061082" y="4495"/>
                  </a:lnTo>
                  <a:lnTo>
                    <a:pt x="1061831" y="3746"/>
                  </a:lnTo>
                  <a:lnTo>
                    <a:pt x="1061831" y="749"/>
                  </a:lnTo>
                  <a:lnTo>
                    <a:pt x="1061082" y="0"/>
                  </a:lnTo>
                  <a:close/>
                </a:path>
                <a:path w="3239770" h="1606550">
                  <a:moveTo>
                    <a:pt x="1083586" y="0"/>
                  </a:moveTo>
                  <a:lnTo>
                    <a:pt x="1071585" y="0"/>
                  </a:lnTo>
                  <a:lnTo>
                    <a:pt x="1070836" y="749"/>
                  </a:lnTo>
                  <a:lnTo>
                    <a:pt x="1070836" y="3746"/>
                  </a:lnTo>
                  <a:lnTo>
                    <a:pt x="1071585" y="4495"/>
                  </a:lnTo>
                  <a:lnTo>
                    <a:pt x="1083586" y="4495"/>
                  </a:lnTo>
                  <a:lnTo>
                    <a:pt x="1084336" y="3746"/>
                  </a:lnTo>
                  <a:lnTo>
                    <a:pt x="1084336" y="749"/>
                  </a:lnTo>
                  <a:lnTo>
                    <a:pt x="1083586" y="0"/>
                  </a:lnTo>
                  <a:close/>
                </a:path>
                <a:path w="3239770" h="1606550">
                  <a:moveTo>
                    <a:pt x="1106078" y="0"/>
                  </a:moveTo>
                  <a:lnTo>
                    <a:pt x="1094077" y="0"/>
                  </a:lnTo>
                  <a:lnTo>
                    <a:pt x="1093327" y="749"/>
                  </a:lnTo>
                  <a:lnTo>
                    <a:pt x="1093327" y="3746"/>
                  </a:lnTo>
                  <a:lnTo>
                    <a:pt x="1094077" y="4495"/>
                  </a:lnTo>
                  <a:lnTo>
                    <a:pt x="1106078" y="4495"/>
                  </a:lnTo>
                  <a:lnTo>
                    <a:pt x="1106827" y="3746"/>
                  </a:lnTo>
                  <a:lnTo>
                    <a:pt x="1106827" y="749"/>
                  </a:lnTo>
                  <a:lnTo>
                    <a:pt x="1106078" y="0"/>
                  </a:lnTo>
                  <a:close/>
                </a:path>
                <a:path w="3239770" h="1606550">
                  <a:moveTo>
                    <a:pt x="1128582" y="0"/>
                  </a:moveTo>
                  <a:lnTo>
                    <a:pt x="1116581" y="0"/>
                  </a:lnTo>
                  <a:lnTo>
                    <a:pt x="1115832" y="749"/>
                  </a:lnTo>
                  <a:lnTo>
                    <a:pt x="1115832" y="3746"/>
                  </a:lnTo>
                  <a:lnTo>
                    <a:pt x="1116581" y="4495"/>
                  </a:lnTo>
                  <a:lnTo>
                    <a:pt x="1128582" y="4495"/>
                  </a:lnTo>
                  <a:lnTo>
                    <a:pt x="1129332" y="3746"/>
                  </a:lnTo>
                  <a:lnTo>
                    <a:pt x="1129332" y="749"/>
                  </a:lnTo>
                  <a:lnTo>
                    <a:pt x="1128582" y="0"/>
                  </a:lnTo>
                  <a:close/>
                </a:path>
                <a:path w="3239770" h="1606550">
                  <a:moveTo>
                    <a:pt x="1151074" y="0"/>
                  </a:moveTo>
                  <a:lnTo>
                    <a:pt x="1139073" y="0"/>
                  </a:lnTo>
                  <a:lnTo>
                    <a:pt x="1138323" y="749"/>
                  </a:lnTo>
                  <a:lnTo>
                    <a:pt x="1138323" y="3746"/>
                  </a:lnTo>
                  <a:lnTo>
                    <a:pt x="1139073" y="4495"/>
                  </a:lnTo>
                  <a:lnTo>
                    <a:pt x="1151074" y="4495"/>
                  </a:lnTo>
                  <a:lnTo>
                    <a:pt x="1151823" y="3746"/>
                  </a:lnTo>
                  <a:lnTo>
                    <a:pt x="1151823" y="749"/>
                  </a:lnTo>
                  <a:lnTo>
                    <a:pt x="1151074" y="0"/>
                  </a:lnTo>
                  <a:close/>
                </a:path>
                <a:path w="3239770" h="1606550">
                  <a:moveTo>
                    <a:pt x="1173566" y="0"/>
                  </a:moveTo>
                  <a:lnTo>
                    <a:pt x="1161564" y="0"/>
                  </a:lnTo>
                  <a:lnTo>
                    <a:pt x="1160815" y="749"/>
                  </a:lnTo>
                  <a:lnTo>
                    <a:pt x="1160815" y="3746"/>
                  </a:lnTo>
                  <a:lnTo>
                    <a:pt x="1161564" y="4495"/>
                  </a:lnTo>
                  <a:lnTo>
                    <a:pt x="1173566" y="4495"/>
                  </a:lnTo>
                  <a:lnTo>
                    <a:pt x="1174315" y="3746"/>
                  </a:lnTo>
                  <a:lnTo>
                    <a:pt x="1174315" y="749"/>
                  </a:lnTo>
                  <a:lnTo>
                    <a:pt x="1173566" y="0"/>
                  </a:lnTo>
                  <a:close/>
                </a:path>
                <a:path w="3239770" h="1606550">
                  <a:moveTo>
                    <a:pt x="1196070" y="0"/>
                  </a:moveTo>
                  <a:lnTo>
                    <a:pt x="1184069" y="0"/>
                  </a:lnTo>
                  <a:lnTo>
                    <a:pt x="1183319" y="749"/>
                  </a:lnTo>
                  <a:lnTo>
                    <a:pt x="1183319" y="3746"/>
                  </a:lnTo>
                  <a:lnTo>
                    <a:pt x="1184069" y="4495"/>
                  </a:lnTo>
                  <a:lnTo>
                    <a:pt x="1196070" y="4495"/>
                  </a:lnTo>
                  <a:lnTo>
                    <a:pt x="1196820" y="3746"/>
                  </a:lnTo>
                  <a:lnTo>
                    <a:pt x="1196820" y="749"/>
                  </a:lnTo>
                  <a:lnTo>
                    <a:pt x="1196070" y="0"/>
                  </a:lnTo>
                  <a:close/>
                </a:path>
                <a:path w="3239770" h="1606550">
                  <a:moveTo>
                    <a:pt x="1218562" y="0"/>
                  </a:moveTo>
                  <a:lnTo>
                    <a:pt x="1206560" y="0"/>
                  </a:lnTo>
                  <a:lnTo>
                    <a:pt x="1205811" y="749"/>
                  </a:lnTo>
                  <a:lnTo>
                    <a:pt x="1205811" y="3746"/>
                  </a:lnTo>
                  <a:lnTo>
                    <a:pt x="1206560" y="4495"/>
                  </a:lnTo>
                  <a:lnTo>
                    <a:pt x="1218562" y="4495"/>
                  </a:lnTo>
                  <a:lnTo>
                    <a:pt x="1219311" y="3746"/>
                  </a:lnTo>
                  <a:lnTo>
                    <a:pt x="1219311" y="749"/>
                  </a:lnTo>
                  <a:lnTo>
                    <a:pt x="1218562" y="0"/>
                  </a:lnTo>
                  <a:close/>
                </a:path>
                <a:path w="3239770" h="1606550">
                  <a:moveTo>
                    <a:pt x="1241054" y="0"/>
                  </a:moveTo>
                  <a:lnTo>
                    <a:pt x="1229065" y="0"/>
                  </a:lnTo>
                  <a:lnTo>
                    <a:pt x="1228316" y="749"/>
                  </a:lnTo>
                  <a:lnTo>
                    <a:pt x="1228316" y="3746"/>
                  </a:lnTo>
                  <a:lnTo>
                    <a:pt x="1229065" y="4495"/>
                  </a:lnTo>
                  <a:lnTo>
                    <a:pt x="1241054" y="4495"/>
                  </a:lnTo>
                  <a:lnTo>
                    <a:pt x="1241803" y="3746"/>
                  </a:lnTo>
                  <a:lnTo>
                    <a:pt x="1241803" y="749"/>
                  </a:lnTo>
                  <a:lnTo>
                    <a:pt x="1241054" y="0"/>
                  </a:lnTo>
                  <a:close/>
                </a:path>
                <a:path w="3239770" h="1606550">
                  <a:moveTo>
                    <a:pt x="1263558" y="0"/>
                  </a:moveTo>
                  <a:lnTo>
                    <a:pt x="1251557" y="0"/>
                  </a:lnTo>
                  <a:lnTo>
                    <a:pt x="1250807" y="749"/>
                  </a:lnTo>
                  <a:lnTo>
                    <a:pt x="1250807" y="3746"/>
                  </a:lnTo>
                  <a:lnTo>
                    <a:pt x="1251557" y="4495"/>
                  </a:lnTo>
                  <a:lnTo>
                    <a:pt x="1263558" y="4495"/>
                  </a:lnTo>
                  <a:lnTo>
                    <a:pt x="1264307" y="3746"/>
                  </a:lnTo>
                  <a:lnTo>
                    <a:pt x="1264307" y="749"/>
                  </a:lnTo>
                  <a:lnTo>
                    <a:pt x="1263558" y="0"/>
                  </a:lnTo>
                  <a:close/>
                </a:path>
                <a:path w="3239770" h="1606550">
                  <a:moveTo>
                    <a:pt x="1286050" y="0"/>
                  </a:moveTo>
                  <a:lnTo>
                    <a:pt x="1274048" y="0"/>
                  </a:lnTo>
                  <a:lnTo>
                    <a:pt x="1273299" y="749"/>
                  </a:lnTo>
                  <a:lnTo>
                    <a:pt x="1273299" y="3746"/>
                  </a:lnTo>
                  <a:lnTo>
                    <a:pt x="1274048" y="4495"/>
                  </a:lnTo>
                  <a:lnTo>
                    <a:pt x="1286050" y="4495"/>
                  </a:lnTo>
                  <a:lnTo>
                    <a:pt x="1286799" y="3746"/>
                  </a:lnTo>
                  <a:lnTo>
                    <a:pt x="1286799" y="749"/>
                  </a:lnTo>
                  <a:lnTo>
                    <a:pt x="1286050" y="0"/>
                  </a:lnTo>
                  <a:close/>
                </a:path>
                <a:path w="3239770" h="1606550">
                  <a:moveTo>
                    <a:pt x="1308541" y="0"/>
                  </a:moveTo>
                  <a:lnTo>
                    <a:pt x="1296553" y="0"/>
                  </a:lnTo>
                  <a:lnTo>
                    <a:pt x="1295803" y="749"/>
                  </a:lnTo>
                  <a:lnTo>
                    <a:pt x="1295803" y="3746"/>
                  </a:lnTo>
                  <a:lnTo>
                    <a:pt x="1296553" y="4495"/>
                  </a:lnTo>
                  <a:lnTo>
                    <a:pt x="1308541" y="4495"/>
                  </a:lnTo>
                  <a:lnTo>
                    <a:pt x="1309303" y="3746"/>
                  </a:lnTo>
                  <a:lnTo>
                    <a:pt x="1309303" y="749"/>
                  </a:lnTo>
                  <a:lnTo>
                    <a:pt x="1308541" y="0"/>
                  </a:lnTo>
                  <a:close/>
                </a:path>
                <a:path w="3239770" h="1606550">
                  <a:moveTo>
                    <a:pt x="1331046" y="0"/>
                  </a:moveTo>
                  <a:lnTo>
                    <a:pt x="1319044" y="0"/>
                  </a:lnTo>
                  <a:lnTo>
                    <a:pt x="1318295" y="749"/>
                  </a:lnTo>
                  <a:lnTo>
                    <a:pt x="1318295" y="3746"/>
                  </a:lnTo>
                  <a:lnTo>
                    <a:pt x="1319044" y="4495"/>
                  </a:lnTo>
                  <a:lnTo>
                    <a:pt x="1331046" y="4495"/>
                  </a:lnTo>
                  <a:lnTo>
                    <a:pt x="1331795" y="3746"/>
                  </a:lnTo>
                  <a:lnTo>
                    <a:pt x="1331795" y="749"/>
                  </a:lnTo>
                  <a:lnTo>
                    <a:pt x="1331046" y="0"/>
                  </a:lnTo>
                  <a:close/>
                </a:path>
                <a:path w="3239770" h="1606550">
                  <a:moveTo>
                    <a:pt x="1353538" y="0"/>
                  </a:moveTo>
                  <a:lnTo>
                    <a:pt x="1341536" y="0"/>
                  </a:lnTo>
                  <a:lnTo>
                    <a:pt x="1340787" y="749"/>
                  </a:lnTo>
                  <a:lnTo>
                    <a:pt x="1340787" y="3746"/>
                  </a:lnTo>
                  <a:lnTo>
                    <a:pt x="1341536" y="4495"/>
                  </a:lnTo>
                  <a:lnTo>
                    <a:pt x="1353538" y="4495"/>
                  </a:lnTo>
                  <a:lnTo>
                    <a:pt x="1354287" y="3746"/>
                  </a:lnTo>
                  <a:lnTo>
                    <a:pt x="1354287" y="749"/>
                  </a:lnTo>
                  <a:lnTo>
                    <a:pt x="1353538" y="0"/>
                  </a:lnTo>
                  <a:close/>
                </a:path>
                <a:path w="3239770" h="1606550">
                  <a:moveTo>
                    <a:pt x="1376042" y="0"/>
                  </a:moveTo>
                  <a:lnTo>
                    <a:pt x="1364041" y="0"/>
                  </a:lnTo>
                  <a:lnTo>
                    <a:pt x="1363291" y="749"/>
                  </a:lnTo>
                  <a:lnTo>
                    <a:pt x="1363291" y="3746"/>
                  </a:lnTo>
                  <a:lnTo>
                    <a:pt x="1364041" y="4495"/>
                  </a:lnTo>
                  <a:lnTo>
                    <a:pt x="1376042" y="4495"/>
                  </a:lnTo>
                  <a:lnTo>
                    <a:pt x="1376791" y="3746"/>
                  </a:lnTo>
                  <a:lnTo>
                    <a:pt x="1376791" y="749"/>
                  </a:lnTo>
                  <a:lnTo>
                    <a:pt x="1376042" y="0"/>
                  </a:lnTo>
                  <a:close/>
                </a:path>
                <a:path w="3239770" h="1606550">
                  <a:moveTo>
                    <a:pt x="1398534" y="0"/>
                  </a:moveTo>
                  <a:lnTo>
                    <a:pt x="1386532" y="0"/>
                  </a:lnTo>
                  <a:lnTo>
                    <a:pt x="1385783" y="749"/>
                  </a:lnTo>
                  <a:lnTo>
                    <a:pt x="1385783" y="3746"/>
                  </a:lnTo>
                  <a:lnTo>
                    <a:pt x="1386532" y="4495"/>
                  </a:lnTo>
                  <a:lnTo>
                    <a:pt x="1398534" y="4495"/>
                  </a:lnTo>
                  <a:lnTo>
                    <a:pt x="1399283" y="3746"/>
                  </a:lnTo>
                  <a:lnTo>
                    <a:pt x="1399283" y="749"/>
                  </a:lnTo>
                  <a:lnTo>
                    <a:pt x="1398534" y="0"/>
                  </a:lnTo>
                  <a:close/>
                </a:path>
                <a:path w="3239770" h="1606550">
                  <a:moveTo>
                    <a:pt x="1421025" y="0"/>
                  </a:moveTo>
                  <a:lnTo>
                    <a:pt x="1409037" y="0"/>
                  </a:lnTo>
                  <a:lnTo>
                    <a:pt x="1408287" y="749"/>
                  </a:lnTo>
                  <a:lnTo>
                    <a:pt x="1408287" y="3746"/>
                  </a:lnTo>
                  <a:lnTo>
                    <a:pt x="1409037" y="4495"/>
                  </a:lnTo>
                  <a:lnTo>
                    <a:pt x="1421025" y="4495"/>
                  </a:lnTo>
                  <a:lnTo>
                    <a:pt x="1421775" y="3746"/>
                  </a:lnTo>
                  <a:lnTo>
                    <a:pt x="1421775" y="749"/>
                  </a:lnTo>
                  <a:lnTo>
                    <a:pt x="1421025" y="0"/>
                  </a:lnTo>
                  <a:close/>
                </a:path>
                <a:path w="3239770" h="1606550">
                  <a:moveTo>
                    <a:pt x="1443530" y="0"/>
                  </a:moveTo>
                  <a:lnTo>
                    <a:pt x="1431528" y="0"/>
                  </a:lnTo>
                  <a:lnTo>
                    <a:pt x="1430779" y="749"/>
                  </a:lnTo>
                  <a:lnTo>
                    <a:pt x="1430779" y="3746"/>
                  </a:lnTo>
                  <a:lnTo>
                    <a:pt x="1431528" y="4495"/>
                  </a:lnTo>
                  <a:lnTo>
                    <a:pt x="1443530" y="4495"/>
                  </a:lnTo>
                  <a:lnTo>
                    <a:pt x="1444279" y="3746"/>
                  </a:lnTo>
                  <a:lnTo>
                    <a:pt x="1444279" y="749"/>
                  </a:lnTo>
                  <a:lnTo>
                    <a:pt x="1443530" y="0"/>
                  </a:lnTo>
                  <a:close/>
                </a:path>
                <a:path w="3239770" h="1606550">
                  <a:moveTo>
                    <a:pt x="1466022" y="0"/>
                  </a:moveTo>
                  <a:lnTo>
                    <a:pt x="1454020" y="0"/>
                  </a:lnTo>
                  <a:lnTo>
                    <a:pt x="1453271" y="749"/>
                  </a:lnTo>
                  <a:lnTo>
                    <a:pt x="1453271" y="3746"/>
                  </a:lnTo>
                  <a:lnTo>
                    <a:pt x="1454020" y="4495"/>
                  </a:lnTo>
                  <a:lnTo>
                    <a:pt x="1466022" y="4495"/>
                  </a:lnTo>
                  <a:lnTo>
                    <a:pt x="1466771" y="3746"/>
                  </a:lnTo>
                  <a:lnTo>
                    <a:pt x="1466771" y="749"/>
                  </a:lnTo>
                  <a:lnTo>
                    <a:pt x="1466022" y="0"/>
                  </a:lnTo>
                  <a:close/>
                </a:path>
                <a:path w="3239770" h="1606550">
                  <a:moveTo>
                    <a:pt x="1488513" y="0"/>
                  </a:moveTo>
                  <a:lnTo>
                    <a:pt x="1476524" y="0"/>
                  </a:lnTo>
                  <a:lnTo>
                    <a:pt x="1475775" y="749"/>
                  </a:lnTo>
                  <a:lnTo>
                    <a:pt x="1475775" y="3746"/>
                  </a:lnTo>
                  <a:lnTo>
                    <a:pt x="1476524" y="4495"/>
                  </a:lnTo>
                  <a:lnTo>
                    <a:pt x="1488513" y="4495"/>
                  </a:lnTo>
                  <a:lnTo>
                    <a:pt x="1489263" y="3746"/>
                  </a:lnTo>
                  <a:lnTo>
                    <a:pt x="1489263" y="749"/>
                  </a:lnTo>
                  <a:lnTo>
                    <a:pt x="1488513" y="0"/>
                  </a:lnTo>
                  <a:close/>
                </a:path>
                <a:path w="3239770" h="1606550">
                  <a:moveTo>
                    <a:pt x="1511018" y="0"/>
                  </a:moveTo>
                  <a:lnTo>
                    <a:pt x="1499016" y="0"/>
                  </a:lnTo>
                  <a:lnTo>
                    <a:pt x="1498267" y="749"/>
                  </a:lnTo>
                  <a:lnTo>
                    <a:pt x="1498267" y="3746"/>
                  </a:lnTo>
                  <a:lnTo>
                    <a:pt x="1499016" y="4495"/>
                  </a:lnTo>
                  <a:lnTo>
                    <a:pt x="1511018" y="4495"/>
                  </a:lnTo>
                  <a:lnTo>
                    <a:pt x="1511767" y="3746"/>
                  </a:lnTo>
                  <a:lnTo>
                    <a:pt x="1511767" y="749"/>
                  </a:lnTo>
                  <a:lnTo>
                    <a:pt x="1511018" y="0"/>
                  </a:lnTo>
                  <a:close/>
                </a:path>
                <a:path w="3239770" h="1606550">
                  <a:moveTo>
                    <a:pt x="1533509" y="0"/>
                  </a:moveTo>
                  <a:lnTo>
                    <a:pt x="1521521" y="0"/>
                  </a:lnTo>
                  <a:lnTo>
                    <a:pt x="1520771" y="749"/>
                  </a:lnTo>
                  <a:lnTo>
                    <a:pt x="1520771" y="3746"/>
                  </a:lnTo>
                  <a:lnTo>
                    <a:pt x="1521521" y="4495"/>
                  </a:lnTo>
                  <a:lnTo>
                    <a:pt x="1533509" y="4495"/>
                  </a:lnTo>
                  <a:lnTo>
                    <a:pt x="1534259" y="3746"/>
                  </a:lnTo>
                  <a:lnTo>
                    <a:pt x="1534259" y="749"/>
                  </a:lnTo>
                  <a:lnTo>
                    <a:pt x="1533509" y="0"/>
                  </a:lnTo>
                  <a:close/>
                </a:path>
                <a:path w="3239770" h="1606550">
                  <a:moveTo>
                    <a:pt x="1556014" y="0"/>
                  </a:moveTo>
                  <a:lnTo>
                    <a:pt x="1544012" y="0"/>
                  </a:lnTo>
                  <a:lnTo>
                    <a:pt x="1543263" y="749"/>
                  </a:lnTo>
                  <a:lnTo>
                    <a:pt x="1543263" y="3746"/>
                  </a:lnTo>
                  <a:lnTo>
                    <a:pt x="1544012" y="4495"/>
                  </a:lnTo>
                  <a:lnTo>
                    <a:pt x="1556014" y="4495"/>
                  </a:lnTo>
                  <a:lnTo>
                    <a:pt x="1556763" y="3746"/>
                  </a:lnTo>
                  <a:lnTo>
                    <a:pt x="1556763" y="749"/>
                  </a:lnTo>
                  <a:lnTo>
                    <a:pt x="1556014" y="0"/>
                  </a:lnTo>
                  <a:close/>
                </a:path>
                <a:path w="3239770" h="1606550">
                  <a:moveTo>
                    <a:pt x="1578505" y="0"/>
                  </a:moveTo>
                  <a:lnTo>
                    <a:pt x="1566504" y="0"/>
                  </a:lnTo>
                  <a:lnTo>
                    <a:pt x="1565767" y="749"/>
                  </a:lnTo>
                  <a:lnTo>
                    <a:pt x="1565767" y="3746"/>
                  </a:lnTo>
                  <a:lnTo>
                    <a:pt x="1566504" y="4495"/>
                  </a:lnTo>
                  <a:lnTo>
                    <a:pt x="1578505" y="4495"/>
                  </a:lnTo>
                  <a:lnTo>
                    <a:pt x="1579255" y="3746"/>
                  </a:lnTo>
                  <a:lnTo>
                    <a:pt x="1579255" y="749"/>
                  </a:lnTo>
                  <a:lnTo>
                    <a:pt x="1578505" y="0"/>
                  </a:lnTo>
                  <a:close/>
                </a:path>
                <a:path w="3239770" h="1606550">
                  <a:moveTo>
                    <a:pt x="1601010" y="0"/>
                  </a:moveTo>
                  <a:lnTo>
                    <a:pt x="1589008" y="0"/>
                  </a:lnTo>
                  <a:lnTo>
                    <a:pt x="1588259" y="749"/>
                  </a:lnTo>
                  <a:lnTo>
                    <a:pt x="1588259" y="3746"/>
                  </a:lnTo>
                  <a:lnTo>
                    <a:pt x="1589008" y="4495"/>
                  </a:lnTo>
                  <a:lnTo>
                    <a:pt x="1601010" y="4495"/>
                  </a:lnTo>
                  <a:lnTo>
                    <a:pt x="1601746" y="3746"/>
                  </a:lnTo>
                  <a:lnTo>
                    <a:pt x="1601746" y="749"/>
                  </a:lnTo>
                  <a:lnTo>
                    <a:pt x="1601010" y="0"/>
                  </a:lnTo>
                  <a:close/>
                </a:path>
                <a:path w="3239770" h="1606550">
                  <a:moveTo>
                    <a:pt x="1623502" y="0"/>
                  </a:moveTo>
                  <a:lnTo>
                    <a:pt x="1611500" y="0"/>
                  </a:lnTo>
                  <a:lnTo>
                    <a:pt x="1610751" y="749"/>
                  </a:lnTo>
                  <a:lnTo>
                    <a:pt x="1610751" y="3746"/>
                  </a:lnTo>
                  <a:lnTo>
                    <a:pt x="1611500" y="4495"/>
                  </a:lnTo>
                  <a:lnTo>
                    <a:pt x="1623502" y="4495"/>
                  </a:lnTo>
                  <a:lnTo>
                    <a:pt x="1624251" y="3746"/>
                  </a:lnTo>
                  <a:lnTo>
                    <a:pt x="1624251" y="749"/>
                  </a:lnTo>
                  <a:lnTo>
                    <a:pt x="1623502" y="0"/>
                  </a:lnTo>
                  <a:close/>
                </a:path>
                <a:path w="3239770" h="1606550">
                  <a:moveTo>
                    <a:pt x="1645993" y="0"/>
                  </a:moveTo>
                  <a:lnTo>
                    <a:pt x="1634004" y="0"/>
                  </a:lnTo>
                  <a:lnTo>
                    <a:pt x="1633255" y="749"/>
                  </a:lnTo>
                  <a:lnTo>
                    <a:pt x="1633255" y="3746"/>
                  </a:lnTo>
                  <a:lnTo>
                    <a:pt x="1634004" y="4495"/>
                  </a:lnTo>
                  <a:lnTo>
                    <a:pt x="1645993" y="4495"/>
                  </a:lnTo>
                  <a:lnTo>
                    <a:pt x="1646743" y="3746"/>
                  </a:lnTo>
                  <a:lnTo>
                    <a:pt x="1646743" y="749"/>
                  </a:lnTo>
                  <a:lnTo>
                    <a:pt x="1645993" y="0"/>
                  </a:lnTo>
                  <a:close/>
                </a:path>
                <a:path w="3239770" h="1606550">
                  <a:moveTo>
                    <a:pt x="1668498" y="0"/>
                  </a:moveTo>
                  <a:lnTo>
                    <a:pt x="1656496" y="0"/>
                  </a:lnTo>
                  <a:lnTo>
                    <a:pt x="1655747" y="749"/>
                  </a:lnTo>
                  <a:lnTo>
                    <a:pt x="1655747" y="3746"/>
                  </a:lnTo>
                  <a:lnTo>
                    <a:pt x="1656496" y="4495"/>
                  </a:lnTo>
                  <a:lnTo>
                    <a:pt x="1668498" y="4495"/>
                  </a:lnTo>
                  <a:lnTo>
                    <a:pt x="1669247" y="3746"/>
                  </a:lnTo>
                  <a:lnTo>
                    <a:pt x="1669247" y="749"/>
                  </a:lnTo>
                  <a:lnTo>
                    <a:pt x="1668498" y="0"/>
                  </a:lnTo>
                  <a:close/>
                </a:path>
                <a:path w="3239770" h="1606550">
                  <a:moveTo>
                    <a:pt x="1690989" y="0"/>
                  </a:moveTo>
                  <a:lnTo>
                    <a:pt x="1678988" y="0"/>
                  </a:lnTo>
                  <a:lnTo>
                    <a:pt x="1678239" y="749"/>
                  </a:lnTo>
                  <a:lnTo>
                    <a:pt x="1678239" y="3746"/>
                  </a:lnTo>
                  <a:lnTo>
                    <a:pt x="1678988" y="4495"/>
                  </a:lnTo>
                  <a:lnTo>
                    <a:pt x="1690989" y="4495"/>
                  </a:lnTo>
                  <a:lnTo>
                    <a:pt x="1691739" y="3746"/>
                  </a:lnTo>
                  <a:lnTo>
                    <a:pt x="1691739" y="749"/>
                  </a:lnTo>
                  <a:lnTo>
                    <a:pt x="1690989" y="0"/>
                  </a:lnTo>
                  <a:close/>
                </a:path>
                <a:path w="3239770" h="1606550">
                  <a:moveTo>
                    <a:pt x="1713494" y="0"/>
                  </a:moveTo>
                  <a:lnTo>
                    <a:pt x="1701492" y="0"/>
                  </a:lnTo>
                  <a:lnTo>
                    <a:pt x="1700743" y="749"/>
                  </a:lnTo>
                  <a:lnTo>
                    <a:pt x="1700743" y="3746"/>
                  </a:lnTo>
                  <a:lnTo>
                    <a:pt x="1701492" y="4495"/>
                  </a:lnTo>
                  <a:lnTo>
                    <a:pt x="1713494" y="4495"/>
                  </a:lnTo>
                  <a:lnTo>
                    <a:pt x="1714243" y="3746"/>
                  </a:lnTo>
                  <a:lnTo>
                    <a:pt x="1714243" y="749"/>
                  </a:lnTo>
                  <a:lnTo>
                    <a:pt x="1713494" y="0"/>
                  </a:lnTo>
                  <a:close/>
                </a:path>
                <a:path w="3239770" h="1606550">
                  <a:moveTo>
                    <a:pt x="1735985" y="0"/>
                  </a:moveTo>
                  <a:lnTo>
                    <a:pt x="1723984" y="0"/>
                  </a:lnTo>
                  <a:lnTo>
                    <a:pt x="1723235" y="749"/>
                  </a:lnTo>
                  <a:lnTo>
                    <a:pt x="1723235" y="3746"/>
                  </a:lnTo>
                  <a:lnTo>
                    <a:pt x="1723984" y="4495"/>
                  </a:lnTo>
                  <a:lnTo>
                    <a:pt x="1735985" y="4495"/>
                  </a:lnTo>
                  <a:lnTo>
                    <a:pt x="1736735" y="3746"/>
                  </a:lnTo>
                  <a:lnTo>
                    <a:pt x="1736735" y="749"/>
                  </a:lnTo>
                  <a:lnTo>
                    <a:pt x="1735985" y="0"/>
                  </a:lnTo>
                  <a:close/>
                </a:path>
                <a:path w="3239770" h="1606550">
                  <a:moveTo>
                    <a:pt x="1758477" y="0"/>
                  </a:moveTo>
                  <a:lnTo>
                    <a:pt x="1746488" y="0"/>
                  </a:lnTo>
                  <a:lnTo>
                    <a:pt x="1745726" y="749"/>
                  </a:lnTo>
                  <a:lnTo>
                    <a:pt x="1745726" y="3746"/>
                  </a:lnTo>
                  <a:lnTo>
                    <a:pt x="1746488" y="4495"/>
                  </a:lnTo>
                  <a:lnTo>
                    <a:pt x="1758477" y="4495"/>
                  </a:lnTo>
                  <a:lnTo>
                    <a:pt x="1759226" y="3746"/>
                  </a:lnTo>
                  <a:lnTo>
                    <a:pt x="1759226" y="749"/>
                  </a:lnTo>
                  <a:lnTo>
                    <a:pt x="1758477" y="0"/>
                  </a:lnTo>
                  <a:close/>
                </a:path>
                <a:path w="3239770" h="1606550">
                  <a:moveTo>
                    <a:pt x="1780982" y="0"/>
                  </a:moveTo>
                  <a:lnTo>
                    <a:pt x="1768980" y="0"/>
                  </a:lnTo>
                  <a:lnTo>
                    <a:pt x="1768231" y="749"/>
                  </a:lnTo>
                  <a:lnTo>
                    <a:pt x="1768231" y="3746"/>
                  </a:lnTo>
                  <a:lnTo>
                    <a:pt x="1768980" y="4495"/>
                  </a:lnTo>
                  <a:lnTo>
                    <a:pt x="1780982" y="4495"/>
                  </a:lnTo>
                  <a:lnTo>
                    <a:pt x="1781731" y="3746"/>
                  </a:lnTo>
                  <a:lnTo>
                    <a:pt x="1781731" y="749"/>
                  </a:lnTo>
                  <a:lnTo>
                    <a:pt x="1780982" y="0"/>
                  </a:lnTo>
                  <a:close/>
                </a:path>
                <a:path w="3239770" h="1606550">
                  <a:moveTo>
                    <a:pt x="1803473" y="0"/>
                  </a:moveTo>
                  <a:lnTo>
                    <a:pt x="1791472" y="0"/>
                  </a:lnTo>
                  <a:lnTo>
                    <a:pt x="1790722" y="749"/>
                  </a:lnTo>
                  <a:lnTo>
                    <a:pt x="1790722" y="3746"/>
                  </a:lnTo>
                  <a:lnTo>
                    <a:pt x="1791472" y="4495"/>
                  </a:lnTo>
                  <a:lnTo>
                    <a:pt x="1803473" y="4495"/>
                  </a:lnTo>
                  <a:lnTo>
                    <a:pt x="1804223" y="3746"/>
                  </a:lnTo>
                  <a:lnTo>
                    <a:pt x="1804223" y="749"/>
                  </a:lnTo>
                  <a:lnTo>
                    <a:pt x="1803473" y="0"/>
                  </a:lnTo>
                  <a:close/>
                </a:path>
                <a:path w="3239770" h="1606550">
                  <a:moveTo>
                    <a:pt x="1825965" y="0"/>
                  </a:moveTo>
                  <a:lnTo>
                    <a:pt x="1813976" y="0"/>
                  </a:lnTo>
                  <a:lnTo>
                    <a:pt x="1813227" y="749"/>
                  </a:lnTo>
                  <a:lnTo>
                    <a:pt x="1813227" y="3746"/>
                  </a:lnTo>
                  <a:lnTo>
                    <a:pt x="1813976" y="4495"/>
                  </a:lnTo>
                  <a:lnTo>
                    <a:pt x="1825965" y="4495"/>
                  </a:lnTo>
                  <a:lnTo>
                    <a:pt x="1826727" y="3746"/>
                  </a:lnTo>
                  <a:lnTo>
                    <a:pt x="1826727" y="749"/>
                  </a:lnTo>
                  <a:lnTo>
                    <a:pt x="1825965" y="0"/>
                  </a:lnTo>
                  <a:close/>
                </a:path>
                <a:path w="3239770" h="1606550">
                  <a:moveTo>
                    <a:pt x="1848469" y="0"/>
                  </a:moveTo>
                  <a:lnTo>
                    <a:pt x="1836468" y="0"/>
                  </a:lnTo>
                  <a:lnTo>
                    <a:pt x="1835719" y="749"/>
                  </a:lnTo>
                  <a:lnTo>
                    <a:pt x="1835719" y="3746"/>
                  </a:lnTo>
                  <a:lnTo>
                    <a:pt x="1836468" y="4495"/>
                  </a:lnTo>
                  <a:lnTo>
                    <a:pt x="1848469" y="4495"/>
                  </a:lnTo>
                  <a:lnTo>
                    <a:pt x="1849219" y="3746"/>
                  </a:lnTo>
                  <a:lnTo>
                    <a:pt x="1849219" y="749"/>
                  </a:lnTo>
                  <a:lnTo>
                    <a:pt x="1848469" y="0"/>
                  </a:lnTo>
                  <a:close/>
                </a:path>
                <a:path w="3239770" h="1606550">
                  <a:moveTo>
                    <a:pt x="1870961" y="0"/>
                  </a:moveTo>
                  <a:lnTo>
                    <a:pt x="1858960" y="0"/>
                  </a:lnTo>
                  <a:lnTo>
                    <a:pt x="1858210" y="749"/>
                  </a:lnTo>
                  <a:lnTo>
                    <a:pt x="1858210" y="3746"/>
                  </a:lnTo>
                  <a:lnTo>
                    <a:pt x="1858960" y="4495"/>
                  </a:lnTo>
                  <a:lnTo>
                    <a:pt x="1870961" y="4495"/>
                  </a:lnTo>
                  <a:lnTo>
                    <a:pt x="1871710" y="3746"/>
                  </a:lnTo>
                  <a:lnTo>
                    <a:pt x="1871710" y="749"/>
                  </a:lnTo>
                  <a:lnTo>
                    <a:pt x="1870961" y="0"/>
                  </a:lnTo>
                  <a:close/>
                </a:path>
                <a:path w="3239770" h="1606550">
                  <a:moveTo>
                    <a:pt x="1893465" y="0"/>
                  </a:moveTo>
                  <a:lnTo>
                    <a:pt x="1881464" y="0"/>
                  </a:lnTo>
                  <a:lnTo>
                    <a:pt x="1880715" y="749"/>
                  </a:lnTo>
                  <a:lnTo>
                    <a:pt x="1880715" y="3746"/>
                  </a:lnTo>
                  <a:lnTo>
                    <a:pt x="1881464" y="4495"/>
                  </a:lnTo>
                  <a:lnTo>
                    <a:pt x="1893465" y="4495"/>
                  </a:lnTo>
                  <a:lnTo>
                    <a:pt x="1894215" y="3746"/>
                  </a:lnTo>
                  <a:lnTo>
                    <a:pt x="1894215" y="749"/>
                  </a:lnTo>
                  <a:lnTo>
                    <a:pt x="1893465" y="0"/>
                  </a:lnTo>
                  <a:close/>
                </a:path>
                <a:path w="3239770" h="1606550">
                  <a:moveTo>
                    <a:pt x="1915957" y="0"/>
                  </a:moveTo>
                  <a:lnTo>
                    <a:pt x="1903956" y="0"/>
                  </a:lnTo>
                  <a:lnTo>
                    <a:pt x="1903206" y="749"/>
                  </a:lnTo>
                  <a:lnTo>
                    <a:pt x="1903206" y="3746"/>
                  </a:lnTo>
                  <a:lnTo>
                    <a:pt x="1903956" y="4495"/>
                  </a:lnTo>
                  <a:lnTo>
                    <a:pt x="1915957" y="4495"/>
                  </a:lnTo>
                  <a:lnTo>
                    <a:pt x="1916706" y="3746"/>
                  </a:lnTo>
                  <a:lnTo>
                    <a:pt x="1916706" y="749"/>
                  </a:lnTo>
                  <a:lnTo>
                    <a:pt x="1915957" y="0"/>
                  </a:lnTo>
                  <a:close/>
                </a:path>
                <a:path w="3239770" h="1606550">
                  <a:moveTo>
                    <a:pt x="1938449" y="0"/>
                  </a:moveTo>
                  <a:lnTo>
                    <a:pt x="1926460" y="0"/>
                  </a:lnTo>
                  <a:lnTo>
                    <a:pt x="1925698" y="749"/>
                  </a:lnTo>
                  <a:lnTo>
                    <a:pt x="1925698" y="3746"/>
                  </a:lnTo>
                  <a:lnTo>
                    <a:pt x="1926460" y="4495"/>
                  </a:lnTo>
                  <a:lnTo>
                    <a:pt x="1938449" y="4495"/>
                  </a:lnTo>
                  <a:lnTo>
                    <a:pt x="1939198" y="3746"/>
                  </a:lnTo>
                  <a:lnTo>
                    <a:pt x="1939198" y="749"/>
                  </a:lnTo>
                  <a:lnTo>
                    <a:pt x="1938449" y="0"/>
                  </a:lnTo>
                  <a:close/>
                </a:path>
                <a:path w="3239770" h="1606550">
                  <a:moveTo>
                    <a:pt x="1960953" y="0"/>
                  </a:moveTo>
                  <a:lnTo>
                    <a:pt x="1948952" y="0"/>
                  </a:lnTo>
                  <a:lnTo>
                    <a:pt x="1948202" y="749"/>
                  </a:lnTo>
                  <a:lnTo>
                    <a:pt x="1948202" y="3746"/>
                  </a:lnTo>
                  <a:lnTo>
                    <a:pt x="1948952" y="4495"/>
                  </a:lnTo>
                  <a:lnTo>
                    <a:pt x="1960953" y="4495"/>
                  </a:lnTo>
                  <a:lnTo>
                    <a:pt x="1961703" y="3746"/>
                  </a:lnTo>
                  <a:lnTo>
                    <a:pt x="1961703" y="749"/>
                  </a:lnTo>
                  <a:lnTo>
                    <a:pt x="1960953" y="0"/>
                  </a:lnTo>
                  <a:close/>
                </a:path>
                <a:path w="3239770" h="1606550">
                  <a:moveTo>
                    <a:pt x="1983445" y="0"/>
                  </a:moveTo>
                  <a:lnTo>
                    <a:pt x="1971443" y="0"/>
                  </a:lnTo>
                  <a:lnTo>
                    <a:pt x="1970694" y="749"/>
                  </a:lnTo>
                  <a:lnTo>
                    <a:pt x="1970694" y="3746"/>
                  </a:lnTo>
                  <a:lnTo>
                    <a:pt x="1971443" y="4495"/>
                  </a:lnTo>
                  <a:lnTo>
                    <a:pt x="1983445" y="4495"/>
                  </a:lnTo>
                  <a:lnTo>
                    <a:pt x="1984194" y="3746"/>
                  </a:lnTo>
                  <a:lnTo>
                    <a:pt x="1984194" y="749"/>
                  </a:lnTo>
                  <a:lnTo>
                    <a:pt x="1983445" y="0"/>
                  </a:lnTo>
                  <a:close/>
                </a:path>
                <a:path w="3239770" h="1606550">
                  <a:moveTo>
                    <a:pt x="2005937" y="0"/>
                  </a:moveTo>
                  <a:lnTo>
                    <a:pt x="1993948" y="0"/>
                  </a:lnTo>
                  <a:lnTo>
                    <a:pt x="1993199" y="749"/>
                  </a:lnTo>
                  <a:lnTo>
                    <a:pt x="1993199" y="3746"/>
                  </a:lnTo>
                  <a:lnTo>
                    <a:pt x="1993948" y="4495"/>
                  </a:lnTo>
                  <a:lnTo>
                    <a:pt x="2005937" y="4495"/>
                  </a:lnTo>
                  <a:lnTo>
                    <a:pt x="2006686" y="3746"/>
                  </a:lnTo>
                  <a:lnTo>
                    <a:pt x="2006686" y="749"/>
                  </a:lnTo>
                  <a:lnTo>
                    <a:pt x="2005937" y="0"/>
                  </a:lnTo>
                  <a:close/>
                </a:path>
                <a:path w="3239770" h="1606550">
                  <a:moveTo>
                    <a:pt x="2028441" y="0"/>
                  </a:moveTo>
                  <a:lnTo>
                    <a:pt x="2016440" y="0"/>
                  </a:lnTo>
                  <a:lnTo>
                    <a:pt x="2015690" y="749"/>
                  </a:lnTo>
                  <a:lnTo>
                    <a:pt x="2015690" y="3746"/>
                  </a:lnTo>
                  <a:lnTo>
                    <a:pt x="2016440" y="4495"/>
                  </a:lnTo>
                  <a:lnTo>
                    <a:pt x="2028441" y="4495"/>
                  </a:lnTo>
                  <a:lnTo>
                    <a:pt x="2029190" y="3746"/>
                  </a:lnTo>
                  <a:lnTo>
                    <a:pt x="2029190" y="749"/>
                  </a:lnTo>
                  <a:lnTo>
                    <a:pt x="2028441" y="0"/>
                  </a:lnTo>
                  <a:close/>
                </a:path>
                <a:path w="3239770" h="1606550">
                  <a:moveTo>
                    <a:pt x="2050933" y="0"/>
                  </a:moveTo>
                  <a:lnTo>
                    <a:pt x="2038931" y="0"/>
                  </a:lnTo>
                  <a:lnTo>
                    <a:pt x="2038182" y="749"/>
                  </a:lnTo>
                  <a:lnTo>
                    <a:pt x="2038182" y="3746"/>
                  </a:lnTo>
                  <a:lnTo>
                    <a:pt x="2038931" y="4495"/>
                  </a:lnTo>
                  <a:lnTo>
                    <a:pt x="2050933" y="4495"/>
                  </a:lnTo>
                  <a:lnTo>
                    <a:pt x="2051682" y="3746"/>
                  </a:lnTo>
                  <a:lnTo>
                    <a:pt x="2051682" y="749"/>
                  </a:lnTo>
                  <a:lnTo>
                    <a:pt x="2050933" y="0"/>
                  </a:lnTo>
                  <a:close/>
                </a:path>
                <a:path w="3239770" h="1606550">
                  <a:moveTo>
                    <a:pt x="2073424" y="0"/>
                  </a:moveTo>
                  <a:lnTo>
                    <a:pt x="2061436" y="0"/>
                  </a:lnTo>
                  <a:lnTo>
                    <a:pt x="2060686" y="749"/>
                  </a:lnTo>
                  <a:lnTo>
                    <a:pt x="2060686" y="3746"/>
                  </a:lnTo>
                  <a:lnTo>
                    <a:pt x="2061436" y="4495"/>
                  </a:lnTo>
                  <a:lnTo>
                    <a:pt x="2073424" y="4495"/>
                  </a:lnTo>
                  <a:lnTo>
                    <a:pt x="2074186" y="3746"/>
                  </a:lnTo>
                  <a:lnTo>
                    <a:pt x="2074186" y="749"/>
                  </a:lnTo>
                  <a:lnTo>
                    <a:pt x="2073424" y="0"/>
                  </a:lnTo>
                  <a:close/>
                </a:path>
                <a:path w="3239770" h="1606550">
                  <a:moveTo>
                    <a:pt x="2095929" y="0"/>
                  </a:moveTo>
                  <a:lnTo>
                    <a:pt x="2083927" y="0"/>
                  </a:lnTo>
                  <a:lnTo>
                    <a:pt x="2083178" y="749"/>
                  </a:lnTo>
                  <a:lnTo>
                    <a:pt x="2083178" y="3746"/>
                  </a:lnTo>
                  <a:lnTo>
                    <a:pt x="2083927" y="4495"/>
                  </a:lnTo>
                  <a:lnTo>
                    <a:pt x="2095929" y="4495"/>
                  </a:lnTo>
                  <a:lnTo>
                    <a:pt x="2096678" y="3746"/>
                  </a:lnTo>
                  <a:lnTo>
                    <a:pt x="2096678" y="749"/>
                  </a:lnTo>
                  <a:lnTo>
                    <a:pt x="2095929" y="0"/>
                  </a:lnTo>
                  <a:close/>
                </a:path>
                <a:path w="3239770" h="1606550">
                  <a:moveTo>
                    <a:pt x="2118421" y="0"/>
                  </a:moveTo>
                  <a:lnTo>
                    <a:pt x="2106419" y="0"/>
                  </a:lnTo>
                  <a:lnTo>
                    <a:pt x="2105670" y="749"/>
                  </a:lnTo>
                  <a:lnTo>
                    <a:pt x="2105670" y="3746"/>
                  </a:lnTo>
                  <a:lnTo>
                    <a:pt x="2106419" y="4495"/>
                  </a:lnTo>
                  <a:lnTo>
                    <a:pt x="2118421" y="4495"/>
                  </a:lnTo>
                  <a:lnTo>
                    <a:pt x="2119170" y="3746"/>
                  </a:lnTo>
                  <a:lnTo>
                    <a:pt x="2119170" y="749"/>
                  </a:lnTo>
                  <a:lnTo>
                    <a:pt x="2118421" y="0"/>
                  </a:lnTo>
                  <a:close/>
                </a:path>
                <a:path w="3239770" h="1606550">
                  <a:moveTo>
                    <a:pt x="2140925" y="0"/>
                  </a:moveTo>
                  <a:lnTo>
                    <a:pt x="2128923" y="0"/>
                  </a:lnTo>
                  <a:lnTo>
                    <a:pt x="2128174" y="749"/>
                  </a:lnTo>
                  <a:lnTo>
                    <a:pt x="2128174" y="3746"/>
                  </a:lnTo>
                  <a:lnTo>
                    <a:pt x="2128923" y="4495"/>
                  </a:lnTo>
                  <a:lnTo>
                    <a:pt x="2140925" y="4495"/>
                  </a:lnTo>
                  <a:lnTo>
                    <a:pt x="2141674" y="3746"/>
                  </a:lnTo>
                  <a:lnTo>
                    <a:pt x="2141674" y="749"/>
                  </a:lnTo>
                  <a:lnTo>
                    <a:pt x="2140925" y="0"/>
                  </a:lnTo>
                  <a:close/>
                </a:path>
                <a:path w="3239770" h="1606550">
                  <a:moveTo>
                    <a:pt x="2163417" y="0"/>
                  </a:moveTo>
                  <a:lnTo>
                    <a:pt x="2151415" y="0"/>
                  </a:lnTo>
                  <a:lnTo>
                    <a:pt x="2150666" y="749"/>
                  </a:lnTo>
                  <a:lnTo>
                    <a:pt x="2150666" y="3746"/>
                  </a:lnTo>
                  <a:lnTo>
                    <a:pt x="2151415" y="4495"/>
                  </a:lnTo>
                  <a:lnTo>
                    <a:pt x="2163417" y="4495"/>
                  </a:lnTo>
                  <a:lnTo>
                    <a:pt x="2164166" y="3746"/>
                  </a:lnTo>
                  <a:lnTo>
                    <a:pt x="2164166" y="749"/>
                  </a:lnTo>
                  <a:lnTo>
                    <a:pt x="2163417" y="0"/>
                  </a:lnTo>
                  <a:close/>
                </a:path>
                <a:path w="3239770" h="1606550">
                  <a:moveTo>
                    <a:pt x="2185908" y="0"/>
                  </a:moveTo>
                  <a:lnTo>
                    <a:pt x="2173920" y="0"/>
                  </a:lnTo>
                  <a:lnTo>
                    <a:pt x="2173158" y="749"/>
                  </a:lnTo>
                  <a:lnTo>
                    <a:pt x="2173158" y="3746"/>
                  </a:lnTo>
                  <a:lnTo>
                    <a:pt x="2173920" y="4495"/>
                  </a:lnTo>
                  <a:lnTo>
                    <a:pt x="2185908" y="4495"/>
                  </a:lnTo>
                  <a:lnTo>
                    <a:pt x="2186658" y="3746"/>
                  </a:lnTo>
                  <a:lnTo>
                    <a:pt x="2186658" y="749"/>
                  </a:lnTo>
                  <a:lnTo>
                    <a:pt x="2185908" y="0"/>
                  </a:lnTo>
                  <a:close/>
                </a:path>
                <a:path w="3239770" h="1606550">
                  <a:moveTo>
                    <a:pt x="2208413" y="0"/>
                  </a:moveTo>
                  <a:lnTo>
                    <a:pt x="2196411" y="0"/>
                  </a:lnTo>
                  <a:lnTo>
                    <a:pt x="2195662" y="749"/>
                  </a:lnTo>
                  <a:lnTo>
                    <a:pt x="2195662" y="3746"/>
                  </a:lnTo>
                  <a:lnTo>
                    <a:pt x="2196411" y="4495"/>
                  </a:lnTo>
                  <a:lnTo>
                    <a:pt x="2208413" y="4495"/>
                  </a:lnTo>
                  <a:lnTo>
                    <a:pt x="2209162" y="3746"/>
                  </a:lnTo>
                  <a:lnTo>
                    <a:pt x="2209162" y="749"/>
                  </a:lnTo>
                  <a:lnTo>
                    <a:pt x="2208413" y="0"/>
                  </a:lnTo>
                  <a:close/>
                </a:path>
                <a:path w="3239770" h="1606550">
                  <a:moveTo>
                    <a:pt x="2230904" y="0"/>
                  </a:moveTo>
                  <a:lnTo>
                    <a:pt x="2218903" y="0"/>
                  </a:lnTo>
                  <a:lnTo>
                    <a:pt x="2218154" y="749"/>
                  </a:lnTo>
                  <a:lnTo>
                    <a:pt x="2218154" y="3746"/>
                  </a:lnTo>
                  <a:lnTo>
                    <a:pt x="2218903" y="4495"/>
                  </a:lnTo>
                  <a:lnTo>
                    <a:pt x="2230904" y="4495"/>
                  </a:lnTo>
                  <a:lnTo>
                    <a:pt x="2231654" y="3746"/>
                  </a:lnTo>
                  <a:lnTo>
                    <a:pt x="2231654" y="749"/>
                  </a:lnTo>
                  <a:lnTo>
                    <a:pt x="2230904" y="0"/>
                  </a:lnTo>
                  <a:close/>
                </a:path>
                <a:path w="3239770" h="1606550">
                  <a:moveTo>
                    <a:pt x="2253396" y="0"/>
                  </a:moveTo>
                  <a:lnTo>
                    <a:pt x="2241407" y="0"/>
                  </a:lnTo>
                  <a:lnTo>
                    <a:pt x="2240658" y="749"/>
                  </a:lnTo>
                  <a:lnTo>
                    <a:pt x="2240658" y="3746"/>
                  </a:lnTo>
                  <a:lnTo>
                    <a:pt x="2241407" y="4495"/>
                  </a:lnTo>
                  <a:lnTo>
                    <a:pt x="2253396" y="4495"/>
                  </a:lnTo>
                  <a:lnTo>
                    <a:pt x="2254158" y="3746"/>
                  </a:lnTo>
                  <a:lnTo>
                    <a:pt x="2254158" y="749"/>
                  </a:lnTo>
                  <a:lnTo>
                    <a:pt x="2253396" y="0"/>
                  </a:lnTo>
                  <a:close/>
                </a:path>
                <a:path w="3239770" h="1606550">
                  <a:moveTo>
                    <a:pt x="2275901" y="0"/>
                  </a:moveTo>
                  <a:lnTo>
                    <a:pt x="2263899" y="0"/>
                  </a:lnTo>
                  <a:lnTo>
                    <a:pt x="2263150" y="749"/>
                  </a:lnTo>
                  <a:lnTo>
                    <a:pt x="2263150" y="3746"/>
                  </a:lnTo>
                  <a:lnTo>
                    <a:pt x="2263899" y="4495"/>
                  </a:lnTo>
                  <a:lnTo>
                    <a:pt x="2275901" y="4495"/>
                  </a:lnTo>
                  <a:lnTo>
                    <a:pt x="2276650" y="3746"/>
                  </a:lnTo>
                  <a:lnTo>
                    <a:pt x="2276650" y="749"/>
                  </a:lnTo>
                  <a:lnTo>
                    <a:pt x="2275901" y="0"/>
                  </a:lnTo>
                  <a:close/>
                </a:path>
                <a:path w="3239770" h="1606550">
                  <a:moveTo>
                    <a:pt x="2298392" y="0"/>
                  </a:moveTo>
                  <a:lnTo>
                    <a:pt x="2286391" y="0"/>
                  </a:lnTo>
                  <a:lnTo>
                    <a:pt x="2285641" y="749"/>
                  </a:lnTo>
                  <a:lnTo>
                    <a:pt x="2285641" y="3746"/>
                  </a:lnTo>
                  <a:lnTo>
                    <a:pt x="2286391" y="4495"/>
                  </a:lnTo>
                  <a:lnTo>
                    <a:pt x="2298392" y="4495"/>
                  </a:lnTo>
                  <a:lnTo>
                    <a:pt x="2299142" y="3746"/>
                  </a:lnTo>
                  <a:lnTo>
                    <a:pt x="2299142" y="749"/>
                  </a:lnTo>
                  <a:lnTo>
                    <a:pt x="2298392" y="0"/>
                  </a:lnTo>
                  <a:close/>
                </a:path>
                <a:path w="3239770" h="1606550">
                  <a:moveTo>
                    <a:pt x="2320897" y="0"/>
                  </a:moveTo>
                  <a:lnTo>
                    <a:pt x="2308895" y="0"/>
                  </a:lnTo>
                  <a:lnTo>
                    <a:pt x="2308146" y="749"/>
                  </a:lnTo>
                  <a:lnTo>
                    <a:pt x="2308146" y="3746"/>
                  </a:lnTo>
                  <a:lnTo>
                    <a:pt x="2308895" y="4495"/>
                  </a:lnTo>
                  <a:lnTo>
                    <a:pt x="2320897" y="4495"/>
                  </a:lnTo>
                  <a:lnTo>
                    <a:pt x="2321646" y="3746"/>
                  </a:lnTo>
                  <a:lnTo>
                    <a:pt x="2321646" y="749"/>
                  </a:lnTo>
                  <a:lnTo>
                    <a:pt x="2320897" y="0"/>
                  </a:lnTo>
                  <a:close/>
                </a:path>
                <a:path w="3239770" h="1606550">
                  <a:moveTo>
                    <a:pt x="2343388" y="0"/>
                  </a:moveTo>
                  <a:lnTo>
                    <a:pt x="2331387" y="0"/>
                  </a:lnTo>
                  <a:lnTo>
                    <a:pt x="2330638" y="749"/>
                  </a:lnTo>
                  <a:lnTo>
                    <a:pt x="2330638" y="3746"/>
                  </a:lnTo>
                  <a:lnTo>
                    <a:pt x="2331387" y="4495"/>
                  </a:lnTo>
                  <a:lnTo>
                    <a:pt x="2343388" y="4495"/>
                  </a:lnTo>
                  <a:lnTo>
                    <a:pt x="2344138" y="3746"/>
                  </a:lnTo>
                  <a:lnTo>
                    <a:pt x="2344138" y="749"/>
                  </a:lnTo>
                  <a:lnTo>
                    <a:pt x="2343388" y="0"/>
                  </a:lnTo>
                  <a:close/>
                </a:path>
                <a:path w="3239770" h="1606550">
                  <a:moveTo>
                    <a:pt x="2365880" y="0"/>
                  </a:moveTo>
                  <a:lnTo>
                    <a:pt x="2353891" y="0"/>
                  </a:lnTo>
                  <a:lnTo>
                    <a:pt x="2353142" y="749"/>
                  </a:lnTo>
                  <a:lnTo>
                    <a:pt x="2353142" y="3746"/>
                  </a:lnTo>
                  <a:lnTo>
                    <a:pt x="2353891" y="4495"/>
                  </a:lnTo>
                  <a:lnTo>
                    <a:pt x="2365880" y="4495"/>
                  </a:lnTo>
                  <a:lnTo>
                    <a:pt x="2366629" y="3746"/>
                  </a:lnTo>
                  <a:lnTo>
                    <a:pt x="2366629" y="749"/>
                  </a:lnTo>
                  <a:lnTo>
                    <a:pt x="2365880" y="0"/>
                  </a:lnTo>
                  <a:close/>
                </a:path>
                <a:path w="3239770" h="1606550">
                  <a:moveTo>
                    <a:pt x="2388384" y="0"/>
                  </a:moveTo>
                  <a:lnTo>
                    <a:pt x="2376383" y="0"/>
                  </a:lnTo>
                  <a:lnTo>
                    <a:pt x="2375634" y="749"/>
                  </a:lnTo>
                  <a:lnTo>
                    <a:pt x="2375634" y="3746"/>
                  </a:lnTo>
                  <a:lnTo>
                    <a:pt x="2376383" y="4495"/>
                  </a:lnTo>
                  <a:lnTo>
                    <a:pt x="2388384" y="4495"/>
                  </a:lnTo>
                  <a:lnTo>
                    <a:pt x="2389134" y="3746"/>
                  </a:lnTo>
                  <a:lnTo>
                    <a:pt x="2389134" y="749"/>
                  </a:lnTo>
                  <a:lnTo>
                    <a:pt x="2388384" y="0"/>
                  </a:lnTo>
                  <a:close/>
                </a:path>
                <a:path w="3239770" h="1606550">
                  <a:moveTo>
                    <a:pt x="2410876" y="0"/>
                  </a:moveTo>
                  <a:lnTo>
                    <a:pt x="2398887" y="0"/>
                  </a:lnTo>
                  <a:lnTo>
                    <a:pt x="2398138" y="749"/>
                  </a:lnTo>
                  <a:lnTo>
                    <a:pt x="2398138" y="3746"/>
                  </a:lnTo>
                  <a:lnTo>
                    <a:pt x="2398887" y="4495"/>
                  </a:lnTo>
                  <a:lnTo>
                    <a:pt x="2410876" y="4495"/>
                  </a:lnTo>
                  <a:lnTo>
                    <a:pt x="2411625" y="3746"/>
                  </a:lnTo>
                  <a:lnTo>
                    <a:pt x="2411625" y="749"/>
                  </a:lnTo>
                  <a:lnTo>
                    <a:pt x="2410876" y="0"/>
                  </a:lnTo>
                  <a:close/>
                </a:path>
                <a:path w="3239770" h="1606550">
                  <a:moveTo>
                    <a:pt x="2433381" y="0"/>
                  </a:moveTo>
                  <a:lnTo>
                    <a:pt x="2421379" y="0"/>
                  </a:lnTo>
                  <a:lnTo>
                    <a:pt x="2420630" y="749"/>
                  </a:lnTo>
                  <a:lnTo>
                    <a:pt x="2420630" y="3746"/>
                  </a:lnTo>
                  <a:lnTo>
                    <a:pt x="2421379" y="4495"/>
                  </a:lnTo>
                  <a:lnTo>
                    <a:pt x="2433381" y="4495"/>
                  </a:lnTo>
                  <a:lnTo>
                    <a:pt x="2434130" y="3746"/>
                  </a:lnTo>
                  <a:lnTo>
                    <a:pt x="2434130" y="749"/>
                  </a:lnTo>
                  <a:lnTo>
                    <a:pt x="2433381" y="0"/>
                  </a:lnTo>
                  <a:close/>
                </a:path>
                <a:path w="3239770" h="1606550">
                  <a:moveTo>
                    <a:pt x="2455872" y="0"/>
                  </a:moveTo>
                  <a:lnTo>
                    <a:pt x="2443871" y="0"/>
                  </a:lnTo>
                  <a:lnTo>
                    <a:pt x="2443121" y="749"/>
                  </a:lnTo>
                  <a:lnTo>
                    <a:pt x="2443121" y="3746"/>
                  </a:lnTo>
                  <a:lnTo>
                    <a:pt x="2443871" y="4495"/>
                  </a:lnTo>
                  <a:lnTo>
                    <a:pt x="2455872" y="4495"/>
                  </a:lnTo>
                  <a:lnTo>
                    <a:pt x="2456622" y="3746"/>
                  </a:lnTo>
                  <a:lnTo>
                    <a:pt x="2456622" y="749"/>
                  </a:lnTo>
                  <a:lnTo>
                    <a:pt x="2455872" y="0"/>
                  </a:lnTo>
                  <a:close/>
                </a:path>
                <a:path w="3239770" h="1606550">
                  <a:moveTo>
                    <a:pt x="2478364" y="0"/>
                  </a:moveTo>
                  <a:lnTo>
                    <a:pt x="2466375" y="0"/>
                  </a:lnTo>
                  <a:lnTo>
                    <a:pt x="2465626" y="749"/>
                  </a:lnTo>
                  <a:lnTo>
                    <a:pt x="2465626" y="3746"/>
                  </a:lnTo>
                  <a:lnTo>
                    <a:pt x="2466375" y="4495"/>
                  </a:lnTo>
                  <a:lnTo>
                    <a:pt x="2478364" y="4495"/>
                  </a:lnTo>
                  <a:lnTo>
                    <a:pt x="2479113" y="3746"/>
                  </a:lnTo>
                  <a:lnTo>
                    <a:pt x="2479113" y="749"/>
                  </a:lnTo>
                  <a:lnTo>
                    <a:pt x="2478364" y="0"/>
                  </a:lnTo>
                  <a:close/>
                </a:path>
                <a:path w="3239770" h="1606550">
                  <a:moveTo>
                    <a:pt x="2500868" y="0"/>
                  </a:moveTo>
                  <a:lnTo>
                    <a:pt x="2488867" y="0"/>
                  </a:lnTo>
                  <a:lnTo>
                    <a:pt x="2488118" y="749"/>
                  </a:lnTo>
                  <a:lnTo>
                    <a:pt x="2488118" y="3746"/>
                  </a:lnTo>
                  <a:lnTo>
                    <a:pt x="2488867" y="4495"/>
                  </a:lnTo>
                  <a:lnTo>
                    <a:pt x="2500868" y="4495"/>
                  </a:lnTo>
                  <a:lnTo>
                    <a:pt x="2501618" y="3746"/>
                  </a:lnTo>
                  <a:lnTo>
                    <a:pt x="2501618" y="749"/>
                  </a:lnTo>
                  <a:lnTo>
                    <a:pt x="2500868" y="0"/>
                  </a:lnTo>
                  <a:close/>
                </a:path>
                <a:path w="3239770" h="1606550">
                  <a:moveTo>
                    <a:pt x="2523360" y="0"/>
                  </a:moveTo>
                  <a:lnTo>
                    <a:pt x="2511371" y="0"/>
                  </a:lnTo>
                  <a:lnTo>
                    <a:pt x="2510622" y="749"/>
                  </a:lnTo>
                  <a:lnTo>
                    <a:pt x="2510622" y="3746"/>
                  </a:lnTo>
                  <a:lnTo>
                    <a:pt x="2511371" y="4495"/>
                  </a:lnTo>
                  <a:lnTo>
                    <a:pt x="2523360" y="4495"/>
                  </a:lnTo>
                  <a:lnTo>
                    <a:pt x="2524109" y="3746"/>
                  </a:lnTo>
                  <a:lnTo>
                    <a:pt x="2524109" y="749"/>
                  </a:lnTo>
                  <a:lnTo>
                    <a:pt x="2523360" y="0"/>
                  </a:lnTo>
                  <a:close/>
                </a:path>
                <a:path w="3239770" h="1606550">
                  <a:moveTo>
                    <a:pt x="2545864" y="0"/>
                  </a:moveTo>
                  <a:lnTo>
                    <a:pt x="2533863" y="0"/>
                  </a:lnTo>
                  <a:lnTo>
                    <a:pt x="2533114" y="749"/>
                  </a:lnTo>
                  <a:lnTo>
                    <a:pt x="2533114" y="3746"/>
                  </a:lnTo>
                  <a:lnTo>
                    <a:pt x="2533863" y="4495"/>
                  </a:lnTo>
                  <a:lnTo>
                    <a:pt x="2545864" y="4495"/>
                  </a:lnTo>
                  <a:lnTo>
                    <a:pt x="2546614" y="3746"/>
                  </a:lnTo>
                  <a:lnTo>
                    <a:pt x="2546614" y="749"/>
                  </a:lnTo>
                  <a:lnTo>
                    <a:pt x="2545864" y="0"/>
                  </a:lnTo>
                  <a:close/>
                </a:path>
                <a:path w="3239770" h="1606550">
                  <a:moveTo>
                    <a:pt x="2568356" y="0"/>
                  </a:moveTo>
                  <a:lnTo>
                    <a:pt x="2556355" y="0"/>
                  </a:lnTo>
                  <a:lnTo>
                    <a:pt x="2555605" y="749"/>
                  </a:lnTo>
                  <a:lnTo>
                    <a:pt x="2555605" y="3746"/>
                  </a:lnTo>
                  <a:lnTo>
                    <a:pt x="2556355" y="4495"/>
                  </a:lnTo>
                  <a:lnTo>
                    <a:pt x="2568356" y="4495"/>
                  </a:lnTo>
                  <a:lnTo>
                    <a:pt x="2569105" y="3746"/>
                  </a:lnTo>
                  <a:lnTo>
                    <a:pt x="2569105" y="749"/>
                  </a:lnTo>
                  <a:lnTo>
                    <a:pt x="2568356" y="0"/>
                  </a:lnTo>
                  <a:close/>
                </a:path>
                <a:path w="3239770" h="1606550">
                  <a:moveTo>
                    <a:pt x="2590848" y="0"/>
                  </a:moveTo>
                  <a:lnTo>
                    <a:pt x="2578859" y="0"/>
                  </a:lnTo>
                  <a:lnTo>
                    <a:pt x="2578110" y="749"/>
                  </a:lnTo>
                  <a:lnTo>
                    <a:pt x="2578110" y="3746"/>
                  </a:lnTo>
                  <a:lnTo>
                    <a:pt x="2578859" y="4495"/>
                  </a:lnTo>
                  <a:lnTo>
                    <a:pt x="2590848" y="4495"/>
                  </a:lnTo>
                  <a:lnTo>
                    <a:pt x="2591610" y="3746"/>
                  </a:lnTo>
                  <a:lnTo>
                    <a:pt x="2591610" y="749"/>
                  </a:lnTo>
                  <a:lnTo>
                    <a:pt x="2590848" y="0"/>
                  </a:lnTo>
                  <a:close/>
                </a:path>
                <a:path w="3239770" h="1606550">
                  <a:moveTo>
                    <a:pt x="2613352" y="0"/>
                  </a:moveTo>
                  <a:lnTo>
                    <a:pt x="2601351" y="0"/>
                  </a:lnTo>
                  <a:lnTo>
                    <a:pt x="2600601" y="749"/>
                  </a:lnTo>
                  <a:lnTo>
                    <a:pt x="2600601" y="3746"/>
                  </a:lnTo>
                  <a:lnTo>
                    <a:pt x="2601351" y="4495"/>
                  </a:lnTo>
                  <a:lnTo>
                    <a:pt x="2613352" y="4495"/>
                  </a:lnTo>
                  <a:lnTo>
                    <a:pt x="2614102" y="3746"/>
                  </a:lnTo>
                  <a:lnTo>
                    <a:pt x="2614102" y="749"/>
                  </a:lnTo>
                  <a:lnTo>
                    <a:pt x="2613352" y="0"/>
                  </a:lnTo>
                  <a:close/>
                </a:path>
                <a:path w="3239770" h="1606550">
                  <a:moveTo>
                    <a:pt x="2635844" y="0"/>
                  </a:moveTo>
                  <a:lnTo>
                    <a:pt x="2623842" y="0"/>
                  </a:lnTo>
                  <a:lnTo>
                    <a:pt x="2623093" y="749"/>
                  </a:lnTo>
                  <a:lnTo>
                    <a:pt x="2623093" y="3746"/>
                  </a:lnTo>
                  <a:lnTo>
                    <a:pt x="2623842" y="4495"/>
                  </a:lnTo>
                  <a:lnTo>
                    <a:pt x="2635844" y="4495"/>
                  </a:lnTo>
                  <a:lnTo>
                    <a:pt x="2636593" y="3746"/>
                  </a:lnTo>
                  <a:lnTo>
                    <a:pt x="2636593" y="749"/>
                  </a:lnTo>
                  <a:lnTo>
                    <a:pt x="2635844" y="0"/>
                  </a:lnTo>
                  <a:close/>
                </a:path>
                <a:path w="3239770" h="1606550">
                  <a:moveTo>
                    <a:pt x="2658348" y="0"/>
                  </a:moveTo>
                  <a:lnTo>
                    <a:pt x="2646347" y="0"/>
                  </a:lnTo>
                  <a:lnTo>
                    <a:pt x="2645598" y="749"/>
                  </a:lnTo>
                  <a:lnTo>
                    <a:pt x="2645598" y="3746"/>
                  </a:lnTo>
                  <a:lnTo>
                    <a:pt x="2646347" y="4495"/>
                  </a:lnTo>
                  <a:lnTo>
                    <a:pt x="2658348" y="4495"/>
                  </a:lnTo>
                  <a:lnTo>
                    <a:pt x="2659098" y="3746"/>
                  </a:lnTo>
                  <a:lnTo>
                    <a:pt x="2659098" y="749"/>
                  </a:lnTo>
                  <a:lnTo>
                    <a:pt x="2658348" y="0"/>
                  </a:lnTo>
                  <a:close/>
                </a:path>
                <a:path w="3239770" h="1606550">
                  <a:moveTo>
                    <a:pt x="2680840" y="0"/>
                  </a:moveTo>
                  <a:lnTo>
                    <a:pt x="2668839" y="0"/>
                  </a:lnTo>
                  <a:lnTo>
                    <a:pt x="2668089" y="749"/>
                  </a:lnTo>
                  <a:lnTo>
                    <a:pt x="2668089" y="3746"/>
                  </a:lnTo>
                  <a:lnTo>
                    <a:pt x="2668839" y="4495"/>
                  </a:lnTo>
                  <a:lnTo>
                    <a:pt x="2680840" y="4495"/>
                  </a:lnTo>
                  <a:lnTo>
                    <a:pt x="2681589" y="3746"/>
                  </a:lnTo>
                  <a:lnTo>
                    <a:pt x="2681589" y="749"/>
                  </a:lnTo>
                  <a:lnTo>
                    <a:pt x="2680840" y="0"/>
                  </a:lnTo>
                  <a:close/>
                </a:path>
                <a:path w="3239770" h="1606550">
                  <a:moveTo>
                    <a:pt x="2703332" y="0"/>
                  </a:moveTo>
                  <a:lnTo>
                    <a:pt x="2691343" y="0"/>
                  </a:lnTo>
                  <a:lnTo>
                    <a:pt x="2690581" y="749"/>
                  </a:lnTo>
                  <a:lnTo>
                    <a:pt x="2690581" y="3746"/>
                  </a:lnTo>
                  <a:lnTo>
                    <a:pt x="2691343" y="4495"/>
                  </a:lnTo>
                  <a:lnTo>
                    <a:pt x="2703332" y="4495"/>
                  </a:lnTo>
                  <a:lnTo>
                    <a:pt x="2704081" y="3746"/>
                  </a:lnTo>
                  <a:lnTo>
                    <a:pt x="2704081" y="749"/>
                  </a:lnTo>
                  <a:lnTo>
                    <a:pt x="2703332" y="0"/>
                  </a:lnTo>
                  <a:close/>
                </a:path>
                <a:path w="3239770" h="1606550">
                  <a:moveTo>
                    <a:pt x="2725836" y="0"/>
                  </a:moveTo>
                  <a:lnTo>
                    <a:pt x="2713835" y="0"/>
                  </a:lnTo>
                  <a:lnTo>
                    <a:pt x="2713085" y="749"/>
                  </a:lnTo>
                  <a:lnTo>
                    <a:pt x="2713085" y="3746"/>
                  </a:lnTo>
                  <a:lnTo>
                    <a:pt x="2713835" y="4495"/>
                  </a:lnTo>
                  <a:lnTo>
                    <a:pt x="2725836" y="4495"/>
                  </a:lnTo>
                  <a:lnTo>
                    <a:pt x="2726585" y="3746"/>
                  </a:lnTo>
                  <a:lnTo>
                    <a:pt x="2726585" y="749"/>
                  </a:lnTo>
                  <a:lnTo>
                    <a:pt x="2725836" y="0"/>
                  </a:lnTo>
                  <a:close/>
                </a:path>
                <a:path w="3239770" h="1606550">
                  <a:moveTo>
                    <a:pt x="2748328" y="0"/>
                  </a:moveTo>
                  <a:lnTo>
                    <a:pt x="2736326" y="0"/>
                  </a:lnTo>
                  <a:lnTo>
                    <a:pt x="2735577" y="749"/>
                  </a:lnTo>
                  <a:lnTo>
                    <a:pt x="2735577" y="3746"/>
                  </a:lnTo>
                  <a:lnTo>
                    <a:pt x="2736326" y="4495"/>
                  </a:lnTo>
                  <a:lnTo>
                    <a:pt x="2748328" y="4495"/>
                  </a:lnTo>
                  <a:lnTo>
                    <a:pt x="2749077" y="3746"/>
                  </a:lnTo>
                  <a:lnTo>
                    <a:pt x="2749077" y="749"/>
                  </a:lnTo>
                  <a:lnTo>
                    <a:pt x="2748328" y="0"/>
                  </a:lnTo>
                  <a:close/>
                </a:path>
                <a:path w="3239770" h="1606550">
                  <a:moveTo>
                    <a:pt x="2770820" y="0"/>
                  </a:moveTo>
                  <a:lnTo>
                    <a:pt x="2758831" y="0"/>
                  </a:lnTo>
                  <a:lnTo>
                    <a:pt x="2758081" y="749"/>
                  </a:lnTo>
                  <a:lnTo>
                    <a:pt x="2758081" y="3746"/>
                  </a:lnTo>
                  <a:lnTo>
                    <a:pt x="2758831" y="4495"/>
                  </a:lnTo>
                  <a:lnTo>
                    <a:pt x="2770820" y="4495"/>
                  </a:lnTo>
                  <a:lnTo>
                    <a:pt x="2771569" y="3746"/>
                  </a:lnTo>
                  <a:lnTo>
                    <a:pt x="2771569" y="749"/>
                  </a:lnTo>
                  <a:lnTo>
                    <a:pt x="2770820" y="0"/>
                  </a:lnTo>
                  <a:close/>
                </a:path>
                <a:path w="3239770" h="1606550">
                  <a:moveTo>
                    <a:pt x="2793324" y="0"/>
                  </a:moveTo>
                  <a:lnTo>
                    <a:pt x="2781322" y="0"/>
                  </a:lnTo>
                  <a:lnTo>
                    <a:pt x="2780573" y="749"/>
                  </a:lnTo>
                  <a:lnTo>
                    <a:pt x="2780573" y="3746"/>
                  </a:lnTo>
                  <a:lnTo>
                    <a:pt x="2781322" y="4495"/>
                  </a:lnTo>
                  <a:lnTo>
                    <a:pt x="2793324" y="4495"/>
                  </a:lnTo>
                  <a:lnTo>
                    <a:pt x="2794073" y="3746"/>
                  </a:lnTo>
                  <a:lnTo>
                    <a:pt x="2794073" y="749"/>
                  </a:lnTo>
                  <a:lnTo>
                    <a:pt x="2793324" y="0"/>
                  </a:lnTo>
                  <a:close/>
                </a:path>
                <a:path w="3239770" h="1606550">
                  <a:moveTo>
                    <a:pt x="2815816" y="0"/>
                  </a:moveTo>
                  <a:lnTo>
                    <a:pt x="2803814" y="0"/>
                  </a:lnTo>
                  <a:lnTo>
                    <a:pt x="2803065" y="749"/>
                  </a:lnTo>
                  <a:lnTo>
                    <a:pt x="2803065" y="3746"/>
                  </a:lnTo>
                  <a:lnTo>
                    <a:pt x="2803814" y="4495"/>
                  </a:lnTo>
                  <a:lnTo>
                    <a:pt x="2815816" y="4495"/>
                  </a:lnTo>
                  <a:lnTo>
                    <a:pt x="2816565" y="3746"/>
                  </a:lnTo>
                  <a:lnTo>
                    <a:pt x="2816565" y="749"/>
                  </a:lnTo>
                  <a:lnTo>
                    <a:pt x="2815816" y="0"/>
                  </a:lnTo>
                  <a:close/>
                </a:path>
                <a:path w="3239770" h="1606550">
                  <a:moveTo>
                    <a:pt x="2838320" y="0"/>
                  </a:moveTo>
                  <a:lnTo>
                    <a:pt x="2826319" y="0"/>
                  </a:lnTo>
                  <a:lnTo>
                    <a:pt x="2825569" y="749"/>
                  </a:lnTo>
                  <a:lnTo>
                    <a:pt x="2825569" y="3746"/>
                  </a:lnTo>
                  <a:lnTo>
                    <a:pt x="2826319" y="4495"/>
                  </a:lnTo>
                  <a:lnTo>
                    <a:pt x="2838320" y="4495"/>
                  </a:lnTo>
                  <a:lnTo>
                    <a:pt x="2839069" y="3746"/>
                  </a:lnTo>
                  <a:lnTo>
                    <a:pt x="2839069" y="749"/>
                  </a:lnTo>
                  <a:lnTo>
                    <a:pt x="2838320" y="0"/>
                  </a:lnTo>
                  <a:close/>
                </a:path>
                <a:path w="3239770" h="1606550">
                  <a:moveTo>
                    <a:pt x="2860812" y="0"/>
                  </a:moveTo>
                  <a:lnTo>
                    <a:pt x="2848810" y="0"/>
                  </a:lnTo>
                  <a:lnTo>
                    <a:pt x="2848061" y="749"/>
                  </a:lnTo>
                  <a:lnTo>
                    <a:pt x="2848061" y="3746"/>
                  </a:lnTo>
                  <a:lnTo>
                    <a:pt x="2848810" y="4495"/>
                  </a:lnTo>
                  <a:lnTo>
                    <a:pt x="2860812" y="4495"/>
                  </a:lnTo>
                  <a:lnTo>
                    <a:pt x="2861561" y="3746"/>
                  </a:lnTo>
                  <a:lnTo>
                    <a:pt x="2861561" y="749"/>
                  </a:lnTo>
                  <a:lnTo>
                    <a:pt x="2860812" y="0"/>
                  </a:lnTo>
                  <a:close/>
                </a:path>
                <a:path w="3239770" h="1606550">
                  <a:moveTo>
                    <a:pt x="2883303" y="0"/>
                  </a:moveTo>
                  <a:lnTo>
                    <a:pt x="2871315" y="0"/>
                  </a:lnTo>
                  <a:lnTo>
                    <a:pt x="2870553" y="749"/>
                  </a:lnTo>
                  <a:lnTo>
                    <a:pt x="2870553" y="3746"/>
                  </a:lnTo>
                  <a:lnTo>
                    <a:pt x="2871315" y="4495"/>
                  </a:lnTo>
                  <a:lnTo>
                    <a:pt x="2883303" y="4495"/>
                  </a:lnTo>
                  <a:lnTo>
                    <a:pt x="2884053" y="3746"/>
                  </a:lnTo>
                  <a:lnTo>
                    <a:pt x="2884053" y="749"/>
                  </a:lnTo>
                  <a:lnTo>
                    <a:pt x="2883303" y="0"/>
                  </a:lnTo>
                  <a:close/>
                </a:path>
                <a:path w="3239770" h="1606550">
                  <a:moveTo>
                    <a:pt x="2905808" y="0"/>
                  </a:moveTo>
                  <a:lnTo>
                    <a:pt x="2893806" y="0"/>
                  </a:lnTo>
                  <a:lnTo>
                    <a:pt x="2893057" y="749"/>
                  </a:lnTo>
                  <a:lnTo>
                    <a:pt x="2893057" y="3746"/>
                  </a:lnTo>
                  <a:lnTo>
                    <a:pt x="2893806" y="4495"/>
                  </a:lnTo>
                  <a:lnTo>
                    <a:pt x="2905808" y="4495"/>
                  </a:lnTo>
                  <a:lnTo>
                    <a:pt x="2906557" y="3746"/>
                  </a:lnTo>
                  <a:lnTo>
                    <a:pt x="2906557" y="749"/>
                  </a:lnTo>
                  <a:lnTo>
                    <a:pt x="2905808" y="0"/>
                  </a:lnTo>
                  <a:close/>
                </a:path>
                <a:path w="3239770" h="1606550">
                  <a:moveTo>
                    <a:pt x="2928300" y="0"/>
                  </a:moveTo>
                  <a:lnTo>
                    <a:pt x="2916298" y="0"/>
                  </a:lnTo>
                  <a:lnTo>
                    <a:pt x="2915549" y="749"/>
                  </a:lnTo>
                  <a:lnTo>
                    <a:pt x="2915549" y="3746"/>
                  </a:lnTo>
                  <a:lnTo>
                    <a:pt x="2916298" y="4495"/>
                  </a:lnTo>
                  <a:lnTo>
                    <a:pt x="2928300" y="4495"/>
                  </a:lnTo>
                  <a:lnTo>
                    <a:pt x="2929049" y="3746"/>
                  </a:lnTo>
                  <a:lnTo>
                    <a:pt x="2929049" y="749"/>
                  </a:lnTo>
                  <a:lnTo>
                    <a:pt x="2928300" y="0"/>
                  </a:lnTo>
                  <a:close/>
                </a:path>
                <a:path w="3239770" h="1606550">
                  <a:moveTo>
                    <a:pt x="2950791" y="0"/>
                  </a:moveTo>
                  <a:lnTo>
                    <a:pt x="2938802" y="0"/>
                  </a:lnTo>
                  <a:lnTo>
                    <a:pt x="2938053" y="749"/>
                  </a:lnTo>
                  <a:lnTo>
                    <a:pt x="2938053" y="3746"/>
                  </a:lnTo>
                  <a:lnTo>
                    <a:pt x="2938802" y="4495"/>
                  </a:lnTo>
                  <a:lnTo>
                    <a:pt x="2950791" y="4495"/>
                  </a:lnTo>
                  <a:lnTo>
                    <a:pt x="2951541" y="3746"/>
                  </a:lnTo>
                  <a:lnTo>
                    <a:pt x="2951541" y="749"/>
                  </a:lnTo>
                  <a:lnTo>
                    <a:pt x="2950791" y="0"/>
                  </a:lnTo>
                  <a:close/>
                </a:path>
                <a:path w="3239770" h="1606550">
                  <a:moveTo>
                    <a:pt x="2973296" y="0"/>
                  </a:moveTo>
                  <a:lnTo>
                    <a:pt x="2961294" y="0"/>
                  </a:lnTo>
                  <a:lnTo>
                    <a:pt x="2960545" y="749"/>
                  </a:lnTo>
                  <a:lnTo>
                    <a:pt x="2960545" y="3746"/>
                  </a:lnTo>
                  <a:lnTo>
                    <a:pt x="2961294" y="4495"/>
                  </a:lnTo>
                  <a:lnTo>
                    <a:pt x="2973296" y="4495"/>
                  </a:lnTo>
                  <a:lnTo>
                    <a:pt x="2974045" y="3746"/>
                  </a:lnTo>
                  <a:lnTo>
                    <a:pt x="2974045" y="749"/>
                  </a:lnTo>
                  <a:lnTo>
                    <a:pt x="2973296" y="0"/>
                  </a:lnTo>
                  <a:close/>
                </a:path>
                <a:path w="3239770" h="1606550">
                  <a:moveTo>
                    <a:pt x="2995787" y="0"/>
                  </a:moveTo>
                  <a:lnTo>
                    <a:pt x="2983786" y="0"/>
                  </a:lnTo>
                  <a:lnTo>
                    <a:pt x="2983037" y="749"/>
                  </a:lnTo>
                  <a:lnTo>
                    <a:pt x="2983037" y="3746"/>
                  </a:lnTo>
                  <a:lnTo>
                    <a:pt x="2983786" y="4495"/>
                  </a:lnTo>
                  <a:lnTo>
                    <a:pt x="2995787" y="4495"/>
                  </a:lnTo>
                  <a:lnTo>
                    <a:pt x="2996537" y="3746"/>
                  </a:lnTo>
                  <a:lnTo>
                    <a:pt x="2996537" y="749"/>
                  </a:lnTo>
                  <a:lnTo>
                    <a:pt x="2995787" y="0"/>
                  </a:lnTo>
                  <a:close/>
                </a:path>
                <a:path w="3239770" h="1606550">
                  <a:moveTo>
                    <a:pt x="3018279" y="0"/>
                  </a:moveTo>
                  <a:lnTo>
                    <a:pt x="3006290" y="0"/>
                  </a:lnTo>
                  <a:lnTo>
                    <a:pt x="3005541" y="749"/>
                  </a:lnTo>
                  <a:lnTo>
                    <a:pt x="3005541" y="3746"/>
                  </a:lnTo>
                  <a:lnTo>
                    <a:pt x="3006290" y="4495"/>
                  </a:lnTo>
                  <a:lnTo>
                    <a:pt x="3018279" y="4495"/>
                  </a:lnTo>
                  <a:lnTo>
                    <a:pt x="3019041" y="3746"/>
                  </a:lnTo>
                  <a:lnTo>
                    <a:pt x="3019041" y="749"/>
                  </a:lnTo>
                  <a:lnTo>
                    <a:pt x="3018279" y="0"/>
                  </a:lnTo>
                  <a:close/>
                </a:path>
                <a:path w="3239770" h="1606550">
                  <a:moveTo>
                    <a:pt x="3040783" y="0"/>
                  </a:moveTo>
                  <a:lnTo>
                    <a:pt x="3028782" y="0"/>
                  </a:lnTo>
                  <a:lnTo>
                    <a:pt x="3028033" y="749"/>
                  </a:lnTo>
                  <a:lnTo>
                    <a:pt x="3028033" y="3746"/>
                  </a:lnTo>
                  <a:lnTo>
                    <a:pt x="3028782" y="4495"/>
                  </a:lnTo>
                  <a:lnTo>
                    <a:pt x="3040783" y="4495"/>
                  </a:lnTo>
                  <a:lnTo>
                    <a:pt x="3041533" y="3746"/>
                  </a:lnTo>
                  <a:lnTo>
                    <a:pt x="3041533" y="749"/>
                  </a:lnTo>
                  <a:lnTo>
                    <a:pt x="3040783" y="0"/>
                  </a:lnTo>
                  <a:close/>
                </a:path>
                <a:path w="3239770" h="1606550">
                  <a:moveTo>
                    <a:pt x="3063275" y="0"/>
                  </a:moveTo>
                  <a:lnTo>
                    <a:pt x="3051274" y="0"/>
                  </a:lnTo>
                  <a:lnTo>
                    <a:pt x="3050524" y="749"/>
                  </a:lnTo>
                  <a:lnTo>
                    <a:pt x="3050524" y="3746"/>
                  </a:lnTo>
                  <a:lnTo>
                    <a:pt x="3051274" y="4495"/>
                  </a:lnTo>
                  <a:lnTo>
                    <a:pt x="3063275" y="4495"/>
                  </a:lnTo>
                  <a:lnTo>
                    <a:pt x="3064024" y="3746"/>
                  </a:lnTo>
                  <a:lnTo>
                    <a:pt x="3064024" y="749"/>
                  </a:lnTo>
                  <a:lnTo>
                    <a:pt x="3063275" y="0"/>
                  </a:lnTo>
                  <a:close/>
                </a:path>
                <a:path w="3239770" h="1606550">
                  <a:moveTo>
                    <a:pt x="3085780" y="0"/>
                  </a:moveTo>
                  <a:lnTo>
                    <a:pt x="3073778" y="0"/>
                  </a:lnTo>
                  <a:lnTo>
                    <a:pt x="3073029" y="749"/>
                  </a:lnTo>
                  <a:lnTo>
                    <a:pt x="3073029" y="3746"/>
                  </a:lnTo>
                  <a:lnTo>
                    <a:pt x="3073778" y="4495"/>
                  </a:lnTo>
                  <a:lnTo>
                    <a:pt x="3085780" y="4495"/>
                  </a:lnTo>
                  <a:lnTo>
                    <a:pt x="3086529" y="3746"/>
                  </a:lnTo>
                  <a:lnTo>
                    <a:pt x="3086529" y="749"/>
                  </a:lnTo>
                  <a:lnTo>
                    <a:pt x="3085780" y="0"/>
                  </a:lnTo>
                  <a:close/>
                </a:path>
                <a:path w="3239770" h="1606550">
                  <a:moveTo>
                    <a:pt x="3108271" y="0"/>
                  </a:moveTo>
                  <a:lnTo>
                    <a:pt x="3096270" y="0"/>
                  </a:lnTo>
                  <a:lnTo>
                    <a:pt x="3095520" y="749"/>
                  </a:lnTo>
                  <a:lnTo>
                    <a:pt x="3095520" y="3746"/>
                  </a:lnTo>
                  <a:lnTo>
                    <a:pt x="3096270" y="4495"/>
                  </a:lnTo>
                  <a:lnTo>
                    <a:pt x="3108271" y="4495"/>
                  </a:lnTo>
                  <a:lnTo>
                    <a:pt x="3109021" y="3746"/>
                  </a:lnTo>
                  <a:lnTo>
                    <a:pt x="3109021" y="749"/>
                  </a:lnTo>
                  <a:lnTo>
                    <a:pt x="3108271" y="0"/>
                  </a:lnTo>
                  <a:close/>
                </a:path>
                <a:path w="3239770" h="1606550">
                  <a:moveTo>
                    <a:pt x="3130763" y="0"/>
                  </a:moveTo>
                  <a:lnTo>
                    <a:pt x="3118774" y="0"/>
                  </a:lnTo>
                  <a:lnTo>
                    <a:pt x="3118025" y="749"/>
                  </a:lnTo>
                  <a:lnTo>
                    <a:pt x="3118025" y="3746"/>
                  </a:lnTo>
                  <a:lnTo>
                    <a:pt x="3118774" y="4495"/>
                  </a:lnTo>
                  <a:lnTo>
                    <a:pt x="3130763" y="4495"/>
                  </a:lnTo>
                  <a:lnTo>
                    <a:pt x="3131512" y="3746"/>
                  </a:lnTo>
                  <a:lnTo>
                    <a:pt x="3131512" y="749"/>
                  </a:lnTo>
                  <a:lnTo>
                    <a:pt x="3130763" y="0"/>
                  </a:lnTo>
                  <a:close/>
                </a:path>
                <a:path w="3239770" h="1606550">
                  <a:moveTo>
                    <a:pt x="3153267" y="0"/>
                  </a:moveTo>
                  <a:lnTo>
                    <a:pt x="3141266" y="0"/>
                  </a:lnTo>
                  <a:lnTo>
                    <a:pt x="3140517" y="749"/>
                  </a:lnTo>
                  <a:lnTo>
                    <a:pt x="3140517" y="3746"/>
                  </a:lnTo>
                  <a:lnTo>
                    <a:pt x="3141266" y="4495"/>
                  </a:lnTo>
                  <a:lnTo>
                    <a:pt x="3153267" y="4495"/>
                  </a:lnTo>
                  <a:lnTo>
                    <a:pt x="3154017" y="3746"/>
                  </a:lnTo>
                  <a:lnTo>
                    <a:pt x="3154017" y="749"/>
                  </a:lnTo>
                  <a:lnTo>
                    <a:pt x="3153267" y="0"/>
                  </a:lnTo>
                  <a:close/>
                </a:path>
                <a:path w="3239770" h="1606550">
                  <a:moveTo>
                    <a:pt x="3175759" y="0"/>
                  </a:moveTo>
                  <a:lnTo>
                    <a:pt x="3163758" y="0"/>
                  </a:lnTo>
                  <a:lnTo>
                    <a:pt x="3163008" y="749"/>
                  </a:lnTo>
                  <a:lnTo>
                    <a:pt x="3163008" y="3746"/>
                  </a:lnTo>
                  <a:lnTo>
                    <a:pt x="3163758" y="4495"/>
                  </a:lnTo>
                  <a:lnTo>
                    <a:pt x="3175759" y="4495"/>
                  </a:lnTo>
                  <a:lnTo>
                    <a:pt x="3176508" y="3746"/>
                  </a:lnTo>
                  <a:lnTo>
                    <a:pt x="3176508" y="749"/>
                  </a:lnTo>
                  <a:lnTo>
                    <a:pt x="3175759" y="0"/>
                  </a:lnTo>
                  <a:close/>
                </a:path>
                <a:path w="3239770" h="1606550">
                  <a:moveTo>
                    <a:pt x="3198251" y="0"/>
                  </a:moveTo>
                  <a:lnTo>
                    <a:pt x="3186262" y="0"/>
                  </a:lnTo>
                  <a:lnTo>
                    <a:pt x="3185513" y="749"/>
                  </a:lnTo>
                  <a:lnTo>
                    <a:pt x="3185513" y="3746"/>
                  </a:lnTo>
                  <a:lnTo>
                    <a:pt x="3186262" y="4495"/>
                  </a:lnTo>
                  <a:lnTo>
                    <a:pt x="3198251" y="4495"/>
                  </a:lnTo>
                  <a:lnTo>
                    <a:pt x="3199000" y="3746"/>
                  </a:lnTo>
                  <a:lnTo>
                    <a:pt x="3199000" y="749"/>
                  </a:lnTo>
                  <a:lnTo>
                    <a:pt x="3198251" y="0"/>
                  </a:lnTo>
                  <a:close/>
                </a:path>
                <a:path w="3239770" h="1606550">
                  <a:moveTo>
                    <a:pt x="3209147" y="787"/>
                  </a:moveTo>
                  <a:lnTo>
                    <a:pt x="3208233" y="1333"/>
                  </a:lnTo>
                  <a:lnTo>
                    <a:pt x="3207496" y="4241"/>
                  </a:lnTo>
                  <a:lnTo>
                    <a:pt x="3208042" y="5143"/>
                  </a:lnTo>
                  <a:lnTo>
                    <a:pt x="3212284" y="6223"/>
                  </a:lnTo>
                  <a:lnTo>
                    <a:pt x="3214951" y="7264"/>
                  </a:lnTo>
                  <a:lnTo>
                    <a:pt x="3218774" y="9359"/>
                  </a:lnTo>
                  <a:lnTo>
                    <a:pt x="3219803" y="9067"/>
                  </a:lnTo>
                  <a:lnTo>
                    <a:pt x="3221238" y="6438"/>
                  </a:lnTo>
                  <a:lnTo>
                    <a:pt x="3220946" y="5422"/>
                  </a:lnTo>
                  <a:lnTo>
                    <a:pt x="3216767" y="3124"/>
                  </a:lnTo>
                  <a:lnTo>
                    <a:pt x="3213757" y="1955"/>
                  </a:lnTo>
                  <a:lnTo>
                    <a:pt x="3209147" y="787"/>
                  </a:lnTo>
                  <a:close/>
                </a:path>
                <a:path w="3239770" h="1606550">
                  <a:moveTo>
                    <a:pt x="3229823" y="12776"/>
                  </a:moveTo>
                  <a:lnTo>
                    <a:pt x="3228658" y="12776"/>
                  </a:lnTo>
                  <a:lnTo>
                    <a:pt x="3226457" y="14579"/>
                  </a:lnTo>
                  <a:lnTo>
                    <a:pt x="3226356" y="15633"/>
                  </a:lnTo>
                  <a:lnTo>
                    <a:pt x="3229124" y="18986"/>
                  </a:lnTo>
                  <a:lnTo>
                    <a:pt x="3230623" y="21374"/>
                  </a:lnTo>
                  <a:lnTo>
                    <a:pt x="3232465" y="25311"/>
                  </a:lnTo>
                  <a:lnTo>
                    <a:pt x="3233468" y="25679"/>
                  </a:lnTo>
                  <a:lnTo>
                    <a:pt x="3236186" y="24409"/>
                  </a:lnTo>
                  <a:lnTo>
                    <a:pt x="3236541" y="23406"/>
                  </a:lnTo>
                  <a:lnTo>
                    <a:pt x="3234547" y="19126"/>
                  </a:lnTo>
                  <a:lnTo>
                    <a:pt x="3232833" y="16421"/>
                  </a:lnTo>
                  <a:lnTo>
                    <a:pt x="3229823" y="12776"/>
                  </a:lnTo>
                  <a:close/>
                </a:path>
                <a:path w="3239770" h="1606550">
                  <a:moveTo>
                    <a:pt x="3238757" y="33997"/>
                  </a:moveTo>
                  <a:lnTo>
                    <a:pt x="3235563" y="33997"/>
                  </a:lnTo>
                  <a:lnTo>
                    <a:pt x="3234865" y="34785"/>
                  </a:lnTo>
                  <a:lnTo>
                    <a:pt x="3234939" y="36029"/>
                  </a:lnTo>
                  <a:lnTo>
                    <a:pt x="3235005" y="46558"/>
                  </a:lnTo>
                  <a:lnTo>
                    <a:pt x="3235754" y="47307"/>
                  </a:lnTo>
                  <a:lnTo>
                    <a:pt x="3238751" y="47307"/>
                  </a:lnTo>
                  <a:lnTo>
                    <a:pt x="3239500" y="46558"/>
                  </a:lnTo>
                  <a:lnTo>
                    <a:pt x="3239437" y="36029"/>
                  </a:lnTo>
                  <a:lnTo>
                    <a:pt x="3239348" y="34531"/>
                  </a:lnTo>
                  <a:lnTo>
                    <a:pt x="3238757" y="33997"/>
                  </a:lnTo>
                  <a:close/>
                </a:path>
                <a:path w="3239770" h="1606550">
                  <a:moveTo>
                    <a:pt x="3238751" y="56299"/>
                  </a:moveTo>
                  <a:lnTo>
                    <a:pt x="3235754" y="56299"/>
                  </a:lnTo>
                  <a:lnTo>
                    <a:pt x="3235005" y="57048"/>
                  </a:lnTo>
                  <a:lnTo>
                    <a:pt x="3235005" y="69049"/>
                  </a:lnTo>
                  <a:lnTo>
                    <a:pt x="3235754" y="69799"/>
                  </a:lnTo>
                  <a:lnTo>
                    <a:pt x="3238751" y="69799"/>
                  </a:lnTo>
                  <a:lnTo>
                    <a:pt x="3239500" y="69049"/>
                  </a:lnTo>
                  <a:lnTo>
                    <a:pt x="3239500" y="57048"/>
                  </a:lnTo>
                  <a:lnTo>
                    <a:pt x="3238751" y="56299"/>
                  </a:lnTo>
                  <a:close/>
                </a:path>
                <a:path w="3239770" h="1606550">
                  <a:moveTo>
                    <a:pt x="3238751" y="78803"/>
                  </a:moveTo>
                  <a:lnTo>
                    <a:pt x="3235754" y="78803"/>
                  </a:lnTo>
                  <a:lnTo>
                    <a:pt x="3235005" y="79552"/>
                  </a:lnTo>
                  <a:lnTo>
                    <a:pt x="3235005" y="91554"/>
                  </a:lnTo>
                  <a:lnTo>
                    <a:pt x="3235754" y="92303"/>
                  </a:lnTo>
                  <a:lnTo>
                    <a:pt x="3238751" y="92303"/>
                  </a:lnTo>
                  <a:lnTo>
                    <a:pt x="3239500" y="91554"/>
                  </a:lnTo>
                  <a:lnTo>
                    <a:pt x="3239500" y="79552"/>
                  </a:lnTo>
                  <a:lnTo>
                    <a:pt x="3238751" y="78803"/>
                  </a:lnTo>
                  <a:close/>
                </a:path>
                <a:path w="3239770" h="1606550">
                  <a:moveTo>
                    <a:pt x="3238751" y="101295"/>
                  </a:moveTo>
                  <a:lnTo>
                    <a:pt x="3235754" y="101295"/>
                  </a:lnTo>
                  <a:lnTo>
                    <a:pt x="3235005" y="102044"/>
                  </a:lnTo>
                  <a:lnTo>
                    <a:pt x="3235005" y="114046"/>
                  </a:lnTo>
                  <a:lnTo>
                    <a:pt x="3235754" y="114795"/>
                  </a:lnTo>
                  <a:lnTo>
                    <a:pt x="3238751" y="114795"/>
                  </a:lnTo>
                  <a:lnTo>
                    <a:pt x="3239500" y="114046"/>
                  </a:lnTo>
                  <a:lnTo>
                    <a:pt x="3239500" y="102044"/>
                  </a:lnTo>
                  <a:lnTo>
                    <a:pt x="3238751" y="101295"/>
                  </a:lnTo>
                  <a:close/>
                </a:path>
                <a:path w="3239770" h="1606550">
                  <a:moveTo>
                    <a:pt x="3238751" y="123786"/>
                  </a:moveTo>
                  <a:lnTo>
                    <a:pt x="3235754" y="123786"/>
                  </a:lnTo>
                  <a:lnTo>
                    <a:pt x="3235005" y="124548"/>
                  </a:lnTo>
                  <a:lnTo>
                    <a:pt x="3235005" y="136537"/>
                  </a:lnTo>
                  <a:lnTo>
                    <a:pt x="3235754" y="137287"/>
                  </a:lnTo>
                  <a:lnTo>
                    <a:pt x="3238751" y="137287"/>
                  </a:lnTo>
                  <a:lnTo>
                    <a:pt x="3239500" y="136537"/>
                  </a:lnTo>
                  <a:lnTo>
                    <a:pt x="3239500" y="124548"/>
                  </a:lnTo>
                  <a:lnTo>
                    <a:pt x="3238751" y="123786"/>
                  </a:lnTo>
                  <a:close/>
                </a:path>
                <a:path w="3239770" h="1606550">
                  <a:moveTo>
                    <a:pt x="3238751" y="146291"/>
                  </a:moveTo>
                  <a:lnTo>
                    <a:pt x="3235754" y="146291"/>
                  </a:lnTo>
                  <a:lnTo>
                    <a:pt x="3235005" y="147040"/>
                  </a:lnTo>
                  <a:lnTo>
                    <a:pt x="3235005" y="159042"/>
                  </a:lnTo>
                  <a:lnTo>
                    <a:pt x="3235754" y="159791"/>
                  </a:lnTo>
                  <a:lnTo>
                    <a:pt x="3238751" y="159791"/>
                  </a:lnTo>
                  <a:lnTo>
                    <a:pt x="3239500" y="159042"/>
                  </a:lnTo>
                  <a:lnTo>
                    <a:pt x="3239500" y="147040"/>
                  </a:lnTo>
                  <a:lnTo>
                    <a:pt x="3238751" y="146291"/>
                  </a:lnTo>
                  <a:close/>
                </a:path>
                <a:path w="3239770" h="1606550">
                  <a:moveTo>
                    <a:pt x="3238751" y="168783"/>
                  </a:moveTo>
                  <a:lnTo>
                    <a:pt x="3235754" y="168783"/>
                  </a:lnTo>
                  <a:lnTo>
                    <a:pt x="3235005" y="169532"/>
                  </a:lnTo>
                  <a:lnTo>
                    <a:pt x="3235005" y="181533"/>
                  </a:lnTo>
                  <a:lnTo>
                    <a:pt x="3235754" y="182283"/>
                  </a:lnTo>
                  <a:lnTo>
                    <a:pt x="3238751" y="182283"/>
                  </a:lnTo>
                  <a:lnTo>
                    <a:pt x="3239500" y="181533"/>
                  </a:lnTo>
                  <a:lnTo>
                    <a:pt x="3239500" y="169532"/>
                  </a:lnTo>
                  <a:lnTo>
                    <a:pt x="3238751" y="168783"/>
                  </a:lnTo>
                  <a:close/>
                </a:path>
                <a:path w="3239770" h="1606550">
                  <a:moveTo>
                    <a:pt x="3238751" y="191287"/>
                  </a:moveTo>
                  <a:lnTo>
                    <a:pt x="3235754" y="191287"/>
                  </a:lnTo>
                  <a:lnTo>
                    <a:pt x="3235005" y="192036"/>
                  </a:lnTo>
                  <a:lnTo>
                    <a:pt x="3235005" y="204025"/>
                  </a:lnTo>
                  <a:lnTo>
                    <a:pt x="3235754" y="204774"/>
                  </a:lnTo>
                  <a:lnTo>
                    <a:pt x="3238751" y="204774"/>
                  </a:lnTo>
                  <a:lnTo>
                    <a:pt x="3239500" y="204025"/>
                  </a:lnTo>
                  <a:lnTo>
                    <a:pt x="3239500" y="192036"/>
                  </a:lnTo>
                  <a:lnTo>
                    <a:pt x="3238751" y="191287"/>
                  </a:lnTo>
                  <a:close/>
                </a:path>
                <a:path w="3239770" h="1606550">
                  <a:moveTo>
                    <a:pt x="3238751" y="213779"/>
                  </a:moveTo>
                  <a:lnTo>
                    <a:pt x="3235754" y="213779"/>
                  </a:lnTo>
                  <a:lnTo>
                    <a:pt x="3235005" y="214528"/>
                  </a:lnTo>
                  <a:lnTo>
                    <a:pt x="3235005" y="226529"/>
                  </a:lnTo>
                  <a:lnTo>
                    <a:pt x="3235754" y="227279"/>
                  </a:lnTo>
                  <a:lnTo>
                    <a:pt x="3238751" y="227279"/>
                  </a:lnTo>
                  <a:lnTo>
                    <a:pt x="3239500" y="226529"/>
                  </a:lnTo>
                  <a:lnTo>
                    <a:pt x="3239500" y="214528"/>
                  </a:lnTo>
                  <a:lnTo>
                    <a:pt x="3238751" y="213779"/>
                  </a:lnTo>
                  <a:close/>
                </a:path>
                <a:path w="3239770" h="1606550">
                  <a:moveTo>
                    <a:pt x="3238751" y="236270"/>
                  </a:moveTo>
                  <a:lnTo>
                    <a:pt x="3235754" y="236270"/>
                  </a:lnTo>
                  <a:lnTo>
                    <a:pt x="3235005" y="237020"/>
                  </a:lnTo>
                  <a:lnTo>
                    <a:pt x="3235005" y="249021"/>
                  </a:lnTo>
                  <a:lnTo>
                    <a:pt x="3235754" y="249770"/>
                  </a:lnTo>
                  <a:lnTo>
                    <a:pt x="3238751" y="249770"/>
                  </a:lnTo>
                  <a:lnTo>
                    <a:pt x="3239500" y="249021"/>
                  </a:lnTo>
                  <a:lnTo>
                    <a:pt x="3239500" y="237020"/>
                  </a:lnTo>
                  <a:lnTo>
                    <a:pt x="3238751" y="236270"/>
                  </a:lnTo>
                  <a:close/>
                </a:path>
                <a:path w="3239770" h="1606550">
                  <a:moveTo>
                    <a:pt x="3238751" y="258775"/>
                  </a:moveTo>
                  <a:lnTo>
                    <a:pt x="3235754" y="258775"/>
                  </a:lnTo>
                  <a:lnTo>
                    <a:pt x="3235005" y="259524"/>
                  </a:lnTo>
                  <a:lnTo>
                    <a:pt x="3235005" y="271526"/>
                  </a:lnTo>
                  <a:lnTo>
                    <a:pt x="3235754" y="272275"/>
                  </a:lnTo>
                  <a:lnTo>
                    <a:pt x="3238751" y="272275"/>
                  </a:lnTo>
                  <a:lnTo>
                    <a:pt x="3239500" y="271526"/>
                  </a:lnTo>
                  <a:lnTo>
                    <a:pt x="3239500" y="259524"/>
                  </a:lnTo>
                  <a:lnTo>
                    <a:pt x="3238751" y="258775"/>
                  </a:lnTo>
                  <a:close/>
                </a:path>
                <a:path w="3239770" h="1606550">
                  <a:moveTo>
                    <a:pt x="3238751" y="281266"/>
                  </a:moveTo>
                  <a:lnTo>
                    <a:pt x="3235754" y="281266"/>
                  </a:lnTo>
                  <a:lnTo>
                    <a:pt x="3235005" y="282016"/>
                  </a:lnTo>
                  <a:lnTo>
                    <a:pt x="3235005" y="294017"/>
                  </a:lnTo>
                  <a:lnTo>
                    <a:pt x="3235754" y="294767"/>
                  </a:lnTo>
                  <a:lnTo>
                    <a:pt x="3238751" y="294767"/>
                  </a:lnTo>
                  <a:lnTo>
                    <a:pt x="3239500" y="294017"/>
                  </a:lnTo>
                  <a:lnTo>
                    <a:pt x="3239500" y="282016"/>
                  </a:lnTo>
                  <a:lnTo>
                    <a:pt x="3238751" y="281266"/>
                  </a:lnTo>
                  <a:close/>
                </a:path>
                <a:path w="3239770" h="1606550">
                  <a:moveTo>
                    <a:pt x="3238751" y="303758"/>
                  </a:moveTo>
                  <a:lnTo>
                    <a:pt x="3235754" y="303758"/>
                  </a:lnTo>
                  <a:lnTo>
                    <a:pt x="3235005" y="304507"/>
                  </a:lnTo>
                  <a:lnTo>
                    <a:pt x="3235005" y="316509"/>
                  </a:lnTo>
                  <a:lnTo>
                    <a:pt x="3235754" y="317258"/>
                  </a:lnTo>
                  <a:lnTo>
                    <a:pt x="3238751" y="317258"/>
                  </a:lnTo>
                  <a:lnTo>
                    <a:pt x="3239500" y="316509"/>
                  </a:lnTo>
                  <a:lnTo>
                    <a:pt x="3239500" y="304507"/>
                  </a:lnTo>
                  <a:lnTo>
                    <a:pt x="3238751" y="303758"/>
                  </a:lnTo>
                  <a:close/>
                </a:path>
                <a:path w="3239770" h="1606550">
                  <a:moveTo>
                    <a:pt x="3238751" y="326263"/>
                  </a:moveTo>
                  <a:lnTo>
                    <a:pt x="3235754" y="326263"/>
                  </a:lnTo>
                  <a:lnTo>
                    <a:pt x="3235005" y="327012"/>
                  </a:lnTo>
                  <a:lnTo>
                    <a:pt x="3235005" y="339013"/>
                  </a:lnTo>
                  <a:lnTo>
                    <a:pt x="3235754" y="339763"/>
                  </a:lnTo>
                  <a:lnTo>
                    <a:pt x="3238751" y="339763"/>
                  </a:lnTo>
                  <a:lnTo>
                    <a:pt x="3239500" y="339013"/>
                  </a:lnTo>
                  <a:lnTo>
                    <a:pt x="3239500" y="327012"/>
                  </a:lnTo>
                  <a:lnTo>
                    <a:pt x="3238751" y="326263"/>
                  </a:lnTo>
                  <a:close/>
                </a:path>
                <a:path w="3239770" h="1606550">
                  <a:moveTo>
                    <a:pt x="3238751" y="348754"/>
                  </a:moveTo>
                  <a:lnTo>
                    <a:pt x="3235754" y="348754"/>
                  </a:lnTo>
                  <a:lnTo>
                    <a:pt x="3235005" y="349504"/>
                  </a:lnTo>
                  <a:lnTo>
                    <a:pt x="3235005" y="361505"/>
                  </a:lnTo>
                  <a:lnTo>
                    <a:pt x="3235754" y="362254"/>
                  </a:lnTo>
                  <a:lnTo>
                    <a:pt x="3238751" y="362254"/>
                  </a:lnTo>
                  <a:lnTo>
                    <a:pt x="3239500" y="361505"/>
                  </a:lnTo>
                  <a:lnTo>
                    <a:pt x="3239500" y="349504"/>
                  </a:lnTo>
                  <a:lnTo>
                    <a:pt x="3238751" y="348754"/>
                  </a:lnTo>
                  <a:close/>
                </a:path>
                <a:path w="3239770" h="1606550">
                  <a:moveTo>
                    <a:pt x="3238751" y="371259"/>
                  </a:moveTo>
                  <a:lnTo>
                    <a:pt x="3235754" y="371259"/>
                  </a:lnTo>
                  <a:lnTo>
                    <a:pt x="3235005" y="372008"/>
                  </a:lnTo>
                  <a:lnTo>
                    <a:pt x="3235005" y="383997"/>
                  </a:lnTo>
                  <a:lnTo>
                    <a:pt x="3235754" y="384746"/>
                  </a:lnTo>
                  <a:lnTo>
                    <a:pt x="3238751" y="384746"/>
                  </a:lnTo>
                  <a:lnTo>
                    <a:pt x="3239500" y="383997"/>
                  </a:lnTo>
                  <a:lnTo>
                    <a:pt x="3239500" y="372008"/>
                  </a:lnTo>
                  <a:lnTo>
                    <a:pt x="3238751" y="371259"/>
                  </a:lnTo>
                  <a:close/>
                </a:path>
                <a:path w="3239770" h="1606550">
                  <a:moveTo>
                    <a:pt x="3238751" y="393750"/>
                  </a:moveTo>
                  <a:lnTo>
                    <a:pt x="3235754" y="393750"/>
                  </a:lnTo>
                  <a:lnTo>
                    <a:pt x="3235005" y="394500"/>
                  </a:lnTo>
                  <a:lnTo>
                    <a:pt x="3235005" y="406501"/>
                  </a:lnTo>
                  <a:lnTo>
                    <a:pt x="3235754" y="407250"/>
                  </a:lnTo>
                  <a:lnTo>
                    <a:pt x="3238751" y="407250"/>
                  </a:lnTo>
                  <a:lnTo>
                    <a:pt x="3239500" y="406501"/>
                  </a:lnTo>
                  <a:lnTo>
                    <a:pt x="3239500" y="394500"/>
                  </a:lnTo>
                  <a:lnTo>
                    <a:pt x="3238751" y="393750"/>
                  </a:lnTo>
                  <a:close/>
                </a:path>
                <a:path w="3239770" h="1606550">
                  <a:moveTo>
                    <a:pt x="3238751" y="416242"/>
                  </a:moveTo>
                  <a:lnTo>
                    <a:pt x="3235754" y="416242"/>
                  </a:lnTo>
                  <a:lnTo>
                    <a:pt x="3235005" y="416991"/>
                  </a:lnTo>
                  <a:lnTo>
                    <a:pt x="3235005" y="428993"/>
                  </a:lnTo>
                  <a:lnTo>
                    <a:pt x="3235754" y="429742"/>
                  </a:lnTo>
                  <a:lnTo>
                    <a:pt x="3238751" y="429742"/>
                  </a:lnTo>
                  <a:lnTo>
                    <a:pt x="3239500" y="428993"/>
                  </a:lnTo>
                  <a:lnTo>
                    <a:pt x="3239500" y="416991"/>
                  </a:lnTo>
                  <a:lnTo>
                    <a:pt x="3238751" y="416242"/>
                  </a:lnTo>
                  <a:close/>
                </a:path>
                <a:path w="3239770" h="1606550">
                  <a:moveTo>
                    <a:pt x="3238751" y="438746"/>
                  </a:moveTo>
                  <a:lnTo>
                    <a:pt x="3235754" y="438746"/>
                  </a:lnTo>
                  <a:lnTo>
                    <a:pt x="3235005" y="439496"/>
                  </a:lnTo>
                  <a:lnTo>
                    <a:pt x="3235005" y="451485"/>
                  </a:lnTo>
                  <a:lnTo>
                    <a:pt x="3235754" y="452247"/>
                  </a:lnTo>
                  <a:lnTo>
                    <a:pt x="3238751" y="452247"/>
                  </a:lnTo>
                  <a:lnTo>
                    <a:pt x="3239500" y="451485"/>
                  </a:lnTo>
                  <a:lnTo>
                    <a:pt x="3239500" y="439496"/>
                  </a:lnTo>
                  <a:lnTo>
                    <a:pt x="3238751" y="438746"/>
                  </a:lnTo>
                  <a:close/>
                </a:path>
                <a:path w="3239770" h="1606550">
                  <a:moveTo>
                    <a:pt x="3238751" y="461238"/>
                  </a:moveTo>
                  <a:lnTo>
                    <a:pt x="3235754" y="461238"/>
                  </a:lnTo>
                  <a:lnTo>
                    <a:pt x="3235005" y="461987"/>
                  </a:lnTo>
                  <a:lnTo>
                    <a:pt x="3235005" y="473989"/>
                  </a:lnTo>
                  <a:lnTo>
                    <a:pt x="3235754" y="474738"/>
                  </a:lnTo>
                  <a:lnTo>
                    <a:pt x="3238751" y="474738"/>
                  </a:lnTo>
                  <a:lnTo>
                    <a:pt x="3239500" y="473989"/>
                  </a:lnTo>
                  <a:lnTo>
                    <a:pt x="3239500" y="461987"/>
                  </a:lnTo>
                  <a:lnTo>
                    <a:pt x="3238751" y="461238"/>
                  </a:lnTo>
                  <a:close/>
                </a:path>
                <a:path w="3239770" h="1606550">
                  <a:moveTo>
                    <a:pt x="3238751" y="483730"/>
                  </a:moveTo>
                  <a:lnTo>
                    <a:pt x="3235754" y="483730"/>
                  </a:lnTo>
                  <a:lnTo>
                    <a:pt x="3235005" y="484479"/>
                  </a:lnTo>
                  <a:lnTo>
                    <a:pt x="3235005" y="496481"/>
                  </a:lnTo>
                  <a:lnTo>
                    <a:pt x="3235754" y="497230"/>
                  </a:lnTo>
                  <a:lnTo>
                    <a:pt x="3238751" y="497230"/>
                  </a:lnTo>
                  <a:lnTo>
                    <a:pt x="3239500" y="496481"/>
                  </a:lnTo>
                  <a:lnTo>
                    <a:pt x="3239500" y="484479"/>
                  </a:lnTo>
                  <a:lnTo>
                    <a:pt x="3238751" y="483730"/>
                  </a:lnTo>
                  <a:close/>
                </a:path>
                <a:path w="3239770" h="1606550">
                  <a:moveTo>
                    <a:pt x="3238751" y="506234"/>
                  </a:moveTo>
                  <a:lnTo>
                    <a:pt x="3235754" y="506234"/>
                  </a:lnTo>
                  <a:lnTo>
                    <a:pt x="3235005" y="506984"/>
                  </a:lnTo>
                  <a:lnTo>
                    <a:pt x="3235005" y="518985"/>
                  </a:lnTo>
                  <a:lnTo>
                    <a:pt x="3235754" y="519734"/>
                  </a:lnTo>
                  <a:lnTo>
                    <a:pt x="3238751" y="519734"/>
                  </a:lnTo>
                  <a:lnTo>
                    <a:pt x="3239500" y="518985"/>
                  </a:lnTo>
                  <a:lnTo>
                    <a:pt x="3239500" y="506984"/>
                  </a:lnTo>
                  <a:lnTo>
                    <a:pt x="3238751" y="506234"/>
                  </a:lnTo>
                  <a:close/>
                </a:path>
                <a:path w="3239770" h="1606550">
                  <a:moveTo>
                    <a:pt x="3238751" y="528726"/>
                  </a:moveTo>
                  <a:lnTo>
                    <a:pt x="3235754" y="528726"/>
                  </a:lnTo>
                  <a:lnTo>
                    <a:pt x="3235005" y="529475"/>
                  </a:lnTo>
                  <a:lnTo>
                    <a:pt x="3235005" y="541477"/>
                  </a:lnTo>
                  <a:lnTo>
                    <a:pt x="3235754" y="542226"/>
                  </a:lnTo>
                  <a:lnTo>
                    <a:pt x="3238751" y="542226"/>
                  </a:lnTo>
                  <a:lnTo>
                    <a:pt x="3239500" y="541477"/>
                  </a:lnTo>
                  <a:lnTo>
                    <a:pt x="3239500" y="529475"/>
                  </a:lnTo>
                  <a:lnTo>
                    <a:pt x="3238751" y="528726"/>
                  </a:lnTo>
                  <a:close/>
                </a:path>
                <a:path w="3239770" h="1606550">
                  <a:moveTo>
                    <a:pt x="3238751" y="551230"/>
                  </a:moveTo>
                  <a:lnTo>
                    <a:pt x="3235754" y="551230"/>
                  </a:lnTo>
                  <a:lnTo>
                    <a:pt x="3235005" y="551980"/>
                  </a:lnTo>
                  <a:lnTo>
                    <a:pt x="3235005" y="563968"/>
                  </a:lnTo>
                  <a:lnTo>
                    <a:pt x="3235754" y="564718"/>
                  </a:lnTo>
                  <a:lnTo>
                    <a:pt x="3238751" y="564718"/>
                  </a:lnTo>
                  <a:lnTo>
                    <a:pt x="3239500" y="563968"/>
                  </a:lnTo>
                  <a:lnTo>
                    <a:pt x="3239500" y="551980"/>
                  </a:lnTo>
                  <a:lnTo>
                    <a:pt x="3238751" y="551230"/>
                  </a:lnTo>
                  <a:close/>
                </a:path>
                <a:path w="3239770" h="1606550">
                  <a:moveTo>
                    <a:pt x="3238751" y="573722"/>
                  </a:moveTo>
                  <a:lnTo>
                    <a:pt x="3235754" y="573722"/>
                  </a:lnTo>
                  <a:lnTo>
                    <a:pt x="3235005" y="574471"/>
                  </a:lnTo>
                  <a:lnTo>
                    <a:pt x="3235005" y="586473"/>
                  </a:lnTo>
                  <a:lnTo>
                    <a:pt x="3235754" y="587222"/>
                  </a:lnTo>
                  <a:lnTo>
                    <a:pt x="3238751" y="587222"/>
                  </a:lnTo>
                  <a:lnTo>
                    <a:pt x="3239500" y="586473"/>
                  </a:lnTo>
                  <a:lnTo>
                    <a:pt x="3239500" y="574471"/>
                  </a:lnTo>
                  <a:lnTo>
                    <a:pt x="3238751" y="573722"/>
                  </a:lnTo>
                  <a:close/>
                </a:path>
                <a:path w="3239770" h="1606550">
                  <a:moveTo>
                    <a:pt x="3238751" y="596214"/>
                  </a:moveTo>
                  <a:lnTo>
                    <a:pt x="3235754" y="596214"/>
                  </a:lnTo>
                  <a:lnTo>
                    <a:pt x="3235005" y="596963"/>
                  </a:lnTo>
                  <a:lnTo>
                    <a:pt x="3235005" y="608965"/>
                  </a:lnTo>
                  <a:lnTo>
                    <a:pt x="3235754" y="609714"/>
                  </a:lnTo>
                  <a:lnTo>
                    <a:pt x="3238751" y="609714"/>
                  </a:lnTo>
                  <a:lnTo>
                    <a:pt x="3239500" y="608965"/>
                  </a:lnTo>
                  <a:lnTo>
                    <a:pt x="3239500" y="596963"/>
                  </a:lnTo>
                  <a:lnTo>
                    <a:pt x="3238751" y="596214"/>
                  </a:lnTo>
                  <a:close/>
                </a:path>
                <a:path w="3239770" h="1606550">
                  <a:moveTo>
                    <a:pt x="3238751" y="618718"/>
                  </a:moveTo>
                  <a:lnTo>
                    <a:pt x="3235754" y="618718"/>
                  </a:lnTo>
                  <a:lnTo>
                    <a:pt x="3235005" y="619467"/>
                  </a:lnTo>
                  <a:lnTo>
                    <a:pt x="3235005" y="631456"/>
                  </a:lnTo>
                  <a:lnTo>
                    <a:pt x="3235754" y="632206"/>
                  </a:lnTo>
                  <a:lnTo>
                    <a:pt x="3238751" y="632206"/>
                  </a:lnTo>
                  <a:lnTo>
                    <a:pt x="3239500" y="631456"/>
                  </a:lnTo>
                  <a:lnTo>
                    <a:pt x="3239500" y="619467"/>
                  </a:lnTo>
                  <a:lnTo>
                    <a:pt x="3238751" y="618718"/>
                  </a:lnTo>
                  <a:close/>
                </a:path>
                <a:path w="3239770" h="1606550">
                  <a:moveTo>
                    <a:pt x="3238751" y="641210"/>
                  </a:moveTo>
                  <a:lnTo>
                    <a:pt x="3235754" y="641210"/>
                  </a:lnTo>
                  <a:lnTo>
                    <a:pt x="3235005" y="641959"/>
                  </a:lnTo>
                  <a:lnTo>
                    <a:pt x="3235005" y="653961"/>
                  </a:lnTo>
                  <a:lnTo>
                    <a:pt x="3235754" y="654710"/>
                  </a:lnTo>
                  <a:lnTo>
                    <a:pt x="3238751" y="654710"/>
                  </a:lnTo>
                  <a:lnTo>
                    <a:pt x="3239500" y="653961"/>
                  </a:lnTo>
                  <a:lnTo>
                    <a:pt x="3239500" y="641959"/>
                  </a:lnTo>
                  <a:lnTo>
                    <a:pt x="3238751" y="641210"/>
                  </a:lnTo>
                  <a:close/>
                </a:path>
                <a:path w="3239770" h="1606550">
                  <a:moveTo>
                    <a:pt x="3238751" y="663714"/>
                  </a:moveTo>
                  <a:lnTo>
                    <a:pt x="3235754" y="663714"/>
                  </a:lnTo>
                  <a:lnTo>
                    <a:pt x="3235005" y="664464"/>
                  </a:lnTo>
                  <a:lnTo>
                    <a:pt x="3235005" y="676452"/>
                  </a:lnTo>
                  <a:lnTo>
                    <a:pt x="3235754" y="677202"/>
                  </a:lnTo>
                  <a:lnTo>
                    <a:pt x="3238751" y="677202"/>
                  </a:lnTo>
                  <a:lnTo>
                    <a:pt x="3239500" y="676452"/>
                  </a:lnTo>
                  <a:lnTo>
                    <a:pt x="3239500" y="664464"/>
                  </a:lnTo>
                  <a:lnTo>
                    <a:pt x="3238751" y="663714"/>
                  </a:lnTo>
                  <a:close/>
                </a:path>
                <a:path w="3239770" h="1606550">
                  <a:moveTo>
                    <a:pt x="3238751" y="686206"/>
                  </a:moveTo>
                  <a:lnTo>
                    <a:pt x="3235754" y="686206"/>
                  </a:lnTo>
                  <a:lnTo>
                    <a:pt x="3235005" y="686955"/>
                  </a:lnTo>
                  <a:lnTo>
                    <a:pt x="3235005" y="698957"/>
                  </a:lnTo>
                  <a:lnTo>
                    <a:pt x="3235754" y="699706"/>
                  </a:lnTo>
                  <a:lnTo>
                    <a:pt x="3238751" y="699706"/>
                  </a:lnTo>
                  <a:lnTo>
                    <a:pt x="3239500" y="698957"/>
                  </a:lnTo>
                  <a:lnTo>
                    <a:pt x="3239500" y="686955"/>
                  </a:lnTo>
                  <a:lnTo>
                    <a:pt x="3238751" y="686206"/>
                  </a:lnTo>
                  <a:close/>
                </a:path>
                <a:path w="3239770" h="1606550">
                  <a:moveTo>
                    <a:pt x="3238751" y="708710"/>
                  </a:moveTo>
                  <a:lnTo>
                    <a:pt x="3235754" y="708710"/>
                  </a:lnTo>
                  <a:lnTo>
                    <a:pt x="3235005" y="709447"/>
                  </a:lnTo>
                  <a:lnTo>
                    <a:pt x="3235005" y="721448"/>
                  </a:lnTo>
                  <a:lnTo>
                    <a:pt x="3235754" y="722198"/>
                  </a:lnTo>
                  <a:lnTo>
                    <a:pt x="3238751" y="722198"/>
                  </a:lnTo>
                  <a:lnTo>
                    <a:pt x="3239500" y="721448"/>
                  </a:lnTo>
                  <a:lnTo>
                    <a:pt x="3239500" y="709447"/>
                  </a:lnTo>
                  <a:lnTo>
                    <a:pt x="3238751" y="708710"/>
                  </a:lnTo>
                  <a:close/>
                </a:path>
                <a:path w="3239770" h="1606550">
                  <a:moveTo>
                    <a:pt x="3238751" y="731202"/>
                  </a:moveTo>
                  <a:lnTo>
                    <a:pt x="3235754" y="731202"/>
                  </a:lnTo>
                  <a:lnTo>
                    <a:pt x="3235005" y="731951"/>
                  </a:lnTo>
                  <a:lnTo>
                    <a:pt x="3235005" y="743953"/>
                  </a:lnTo>
                  <a:lnTo>
                    <a:pt x="3235754" y="744689"/>
                  </a:lnTo>
                  <a:lnTo>
                    <a:pt x="3238751" y="744689"/>
                  </a:lnTo>
                  <a:lnTo>
                    <a:pt x="3239500" y="743953"/>
                  </a:lnTo>
                  <a:lnTo>
                    <a:pt x="3239500" y="731951"/>
                  </a:lnTo>
                  <a:lnTo>
                    <a:pt x="3238751" y="731202"/>
                  </a:lnTo>
                  <a:close/>
                </a:path>
                <a:path w="3239770" h="1606550">
                  <a:moveTo>
                    <a:pt x="3238751" y="753694"/>
                  </a:moveTo>
                  <a:lnTo>
                    <a:pt x="3235754" y="753694"/>
                  </a:lnTo>
                  <a:lnTo>
                    <a:pt x="3235005" y="754443"/>
                  </a:lnTo>
                  <a:lnTo>
                    <a:pt x="3235005" y="766445"/>
                  </a:lnTo>
                  <a:lnTo>
                    <a:pt x="3235754" y="767194"/>
                  </a:lnTo>
                  <a:lnTo>
                    <a:pt x="3238751" y="767194"/>
                  </a:lnTo>
                  <a:lnTo>
                    <a:pt x="3239500" y="766445"/>
                  </a:lnTo>
                  <a:lnTo>
                    <a:pt x="3239500" y="754443"/>
                  </a:lnTo>
                  <a:lnTo>
                    <a:pt x="3238751" y="753694"/>
                  </a:lnTo>
                  <a:close/>
                </a:path>
                <a:path w="3239770" h="1606550">
                  <a:moveTo>
                    <a:pt x="3238751" y="776198"/>
                  </a:moveTo>
                  <a:lnTo>
                    <a:pt x="3235754" y="776198"/>
                  </a:lnTo>
                  <a:lnTo>
                    <a:pt x="3235005" y="776947"/>
                  </a:lnTo>
                  <a:lnTo>
                    <a:pt x="3235005" y="788936"/>
                  </a:lnTo>
                  <a:lnTo>
                    <a:pt x="3235754" y="789686"/>
                  </a:lnTo>
                  <a:lnTo>
                    <a:pt x="3238751" y="789686"/>
                  </a:lnTo>
                  <a:lnTo>
                    <a:pt x="3239500" y="788936"/>
                  </a:lnTo>
                  <a:lnTo>
                    <a:pt x="3239500" y="776947"/>
                  </a:lnTo>
                  <a:lnTo>
                    <a:pt x="3238751" y="776198"/>
                  </a:lnTo>
                  <a:close/>
                </a:path>
                <a:path w="3239770" h="1606550">
                  <a:moveTo>
                    <a:pt x="3238751" y="798690"/>
                  </a:moveTo>
                  <a:lnTo>
                    <a:pt x="3235754" y="798690"/>
                  </a:lnTo>
                  <a:lnTo>
                    <a:pt x="3235005" y="799439"/>
                  </a:lnTo>
                  <a:lnTo>
                    <a:pt x="3235005" y="811441"/>
                  </a:lnTo>
                  <a:lnTo>
                    <a:pt x="3235754" y="812190"/>
                  </a:lnTo>
                  <a:lnTo>
                    <a:pt x="3238751" y="812190"/>
                  </a:lnTo>
                  <a:lnTo>
                    <a:pt x="3239500" y="811441"/>
                  </a:lnTo>
                  <a:lnTo>
                    <a:pt x="3239500" y="799439"/>
                  </a:lnTo>
                  <a:lnTo>
                    <a:pt x="3238751" y="798690"/>
                  </a:lnTo>
                  <a:close/>
                </a:path>
                <a:path w="3239770" h="1606550">
                  <a:moveTo>
                    <a:pt x="3238751" y="821182"/>
                  </a:moveTo>
                  <a:lnTo>
                    <a:pt x="3235754" y="821182"/>
                  </a:lnTo>
                  <a:lnTo>
                    <a:pt x="3235005" y="821931"/>
                  </a:lnTo>
                  <a:lnTo>
                    <a:pt x="3235005" y="833932"/>
                  </a:lnTo>
                  <a:lnTo>
                    <a:pt x="3235754" y="834682"/>
                  </a:lnTo>
                  <a:lnTo>
                    <a:pt x="3238751" y="834682"/>
                  </a:lnTo>
                  <a:lnTo>
                    <a:pt x="3239500" y="833932"/>
                  </a:lnTo>
                  <a:lnTo>
                    <a:pt x="3239500" y="821931"/>
                  </a:lnTo>
                  <a:lnTo>
                    <a:pt x="3238751" y="821182"/>
                  </a:lnTo>
                  <a:close/>
                </a:path>
                <a:path w="3239770" h="1606550">
                  <a:moveTo>
                    <a:pt x="3238751" y="843686"/>
                  </a:moveTo>
                  <a:lnTo>
                    <a:pt x="3235754" y="843686"/>
                  </a:lnTo>
                  <a:lnTo>
                    <a:pt x="3235005" y="844435"/>
                  </a:lnTo>
                  <a:lnTo>
                    <a:pt x="3235005" y="856437"/>
                  </a:lnTo>
                  <a:lnTo>
                    <a:pt x="3235754" y="857186"/>
                  </a:lnTo>
                  <a:lnTo>
                    <a:pt x="3238751" y="857186"/>
                  </a:lnTo>
                  <a:lnTo>
                    <a:pt x="3239500" y="856437"/>
                  </a:lnTo>
                  <a:lnTo>
                    <a:pt x="3239500" y="844435"/>
                  </a:lnTo>
                  <a:lnTo>
                    <a:pt x="3238751" y="843686"/>
                  </a:lnTo>
                  <a:close/>
                </a:path>
                <a:path w="3239770" h="1606550">
                  <a:moveTo>
                    <a:pt x="3238751" y="866178"/>
                  </a:moveTo>
                  <a:lnTo>
                    <a:pt x="3235754" y="866178"/>
                  </a:lnTo>
                  <a:lnTo>
                    <a:pt x="3235005" y="866927"/>
                  </a:lnTo>
                  <a:lnTo>
                    <a:pt x="3235005" y="878928"/>
                  </a:lnTo>
                  <a:lnTo>
                    <a:pt x="3235754" y="879678"/>
                  </a:lnTo>
                  <a:lnTo>
                    <a:pt x="3238751" y="879678"/>
                  </a:lnTo>
                  <a:lnTo>
                    <a:pt x="3239500" y="878928"/>
                  </a:lnTo>
                  <a:lnTo>
                    <a:pt x="3239500" y="866927"/>
                  </a:lnTo>
                  <a:lnTo>
                    <a:pt x="3238751" y="866178"/>
                  </a:lnTo>
                  <a:close/>
                </a:path>
                <a:path w="3239770" h="1606550">
                  <a:moveTo>
                    <a:pt x="3238751" y="888669"/>
                  </a:moveTo>
                  <a:lnTo>
                    <a:pt x="3235754" y="888669"/>
                  </a:lnTo>
                  <a:lnTo>
                    <a:pt x="3235005" y="889431"/>
                  </a:lnTo>
                  <a:lnTo>
                    <a:pt x="3235005" y="901420"/>
                  </a:lnTo>
                  <a:lnTo>
                    <a:pt x="3235754" y="902169"/>
                  </a:lnTo>
                  <a:lnTo>
                    <a:pt x="3238751" y="902169"/>
                  </a:lnTo>
                  <a:lnTo>
                    <a:pt x="3239500" y="901420"/>
                  </a:lnTo>
                  <a:lnTo>
                    <a:pt x="3239500" y="889431"/>
                  </a:lnTo>
                  <a:lnTo>
                    <a:pt x="3238751" y="888669"/>
                  </a:lnTo>
                  <a:close/>
                </a:path>
                <a:path w="3239770" h="1606550">
                  <a:moveTo>
                    <a:pt x="3238751" y="911174"/>
                  </a:moveTo>
                  <a:lnTo>
                    <a:pt x="3235754" y="911174"/>
                  </a:lnTo>
                  <a:lnTo>
                    <a:pt x="3235005" y="911923"/>
                  </a:lnTo>
                  <a:lnTo>
                    <a:pt x="3235005" y="923925"/>
                  </a:lnTo>
                  <a:lnTo>
                    <a:pt x="3235754" y="924674"/>
                  </a:lnTo>
                  <a:lnTo>
                    <a:pt x="3238751" y="924674"/>
                  </a:lnTo>
                  <a:lnTo>
                    <a:pt x="3239500" y="923925"/>
                  </a:lnTo>
                  <a:lnTo>
                    <a:pt x="3239500" y="911923"/>
                  </a:lnTo>
                  <a:lnTo>
                    <a:pt x="3238751" y="911174"/>
                  </a:lnTo>
                  <a:close/>
                </a:path>
                <a:path w="3239770" h="1606550">
                  <a:moveTo>
                    <a:pt x="3238751" y="933665"/>
                  </a:moveTo>
                  <a:lnTo>
                    <a:pt x="3235754" y="933665"/>
                  </a:lnTo>
                  <a:lnTo>
                    <a:pt x="3235005" y="934415"/>
                  </a:lnTo>
                  <a:lnTo>
                    <a:pt x="3235005" y="946416"/>
                  </a:lnTo>
                  <a:lnTo>
                    <a:pt x="3235754" y="947166"/>
                  </a:lnTo>
                  <a:lnTo>
                    <a:pt x="3238751" y="947166"/>
                  </a:lnTo>
                  <a:lnTo>
                    <a:pt x="3239500" y="946416"/>
                  </a:lnTo>
                  <a:lnTo>
                    <a:pt x="3239500" y="934415"/>
                  </a:lnTo>
                  <a:lnTo>
                    <a:pt x="3238751" y="933665"/>
                  </a:lnTo>
                  <a:close/>
                </a:path>
                <a:path w="3239770" h="1606550">
                  <a:moveTo>
                    <a:pt x="3238751" y="956170"/>
                  </a:moveTo>
                  <a:lnTo>
                    <a:pt x="3235754" y="956170"/>
                  </a:lnTo>
                  <a:lnTo>
                    <a:pt x="3235005" y="956919"/>
                  </a:lnTo>
                  <a:lnTo>
                    <a:pt x="3235005" y="968908"/>
                  </a:lnTo>
                  <a:lnTo>
                    <a:pt x="3235754" y="969657"/>
                  </a:lnTo>
                  <a:lnTo>
                    <a:pt x="3238751" y="969657"/>
                  </a:lnTo>
                  <a:lnTo>
                    <a:pt x="3239500" y="968908"/>
                  </a:lnTo>
                  <a:lnTo>
                    <a:pt x="3239500" y="956919"/>
                  </a:lnTo>
                  <a:lnTo>
                    <a:pt x="3238751" y="956170"/>
                  </a:lnTo>
                  <a:close/>
                </a:path>
                <a:path w="3239770" h="1606550">
                  <a:moveTo>
                    <a:pt x="3238751" y="978662"/>
                  </a:moveTo>
                  <a:lnTo>
                    <a:pt x="3235754" y="978662"/>
                  </a:lnTo>
                  <a:lnTo>
                    <a:pt x="3235005" y="979411"/>
                  </a:lnTo>
                  <a:lnTo>
                    <a:pt x="3235005" y="991412"/>
                  </a:lnTo>
                  <a:lnTo>
                    <a:pt x="3235754" y="992162"/>
                  </a:lnTo>
                  <a:lnTo>
                    <a:pt x="3238751" y="992162"/>
                  </a:lnTo>
                  <a:lnTo>
                    <a:pt x="3239500" y="991412"/>
                  </a:lnTo>
                  <a:lnTo>
                    <a:pt x="3239500" y="979411"/>
                  </a:lnTo>
                  <a:lnTo>
                    <a:pt x="3238751" y="978662"/>
                  </a:lnTo>
                  <a:close/>
                </a:path>
                <a:path w="3239770" h="1606550">
                  <a:moveTo>
                    <a:pt x="3238751" y="1001153"/>
                  </a:moveTo>
                  <a:lnTo>
                    <a:pt x="3235754" y="1001153"/>
                  </a:lnTo>
                  <a:lnTo>
                    <a:pt x="3235005" y="1001903"/>
                  </a:lnTo>
                  <a:lnTo>
                    <a:pt x="3235005" y="1013904"/>
                  </a:lnTo>
                  <a:lnTo>
                    <a:pt x="3235754" y="1014653"/>
                  </a:lnTo>
                  <a:lnTo>
                    <a:pt x="3238751" y="1014653"/>
                  </a:lnTo>
                  <a:lnTo>
                    <a:pt x="3239500" y="1013904"/>
                  </a:lnTo>
                  <a:lnTo>
                    <a:pt x="3239500" y="1001903"/>
                  </a:lnTo>
                  <a:lnTo>
                    <a:pt x="3238751" y="1001153"/>
                  </a:lnTo>
                  <a:close/>
                </a:path>
                <a:path w="3239770" h="1606550">
                  <a:moveTo>
                    <a:pt x="3238751" y="1023658"/>
                  </a:moveTo>
                  <a:lnTo>
                    <a:pt x="3235754" y="1023658"/>
                  </a:lnTo>
                  <a:lnTo>
                    <a:pt x="3235005" y="1024407"/>
                  </a:lnTo>
                  <a:lnTo>
                    <a:pt x="3235005" y="1036408"/>
                  </a:lnTo>
                  <a:lnTo>
                    <a:pt x="3235754" y="1037158"/>
                  </a:lnTo>
                  <a:lnTo>
                    <a:pt x="3238751" y="1037158"/>
                  </a:lnTo>
                  <a:lnTo>
                    <a:pt x="3239500" y="1036408"/>
                  </a:lnTo>
                  <a:lnTo>
                    <a:pt x="3239500" y="1024407"/>
                  </a:lnTo>
                  <a:lnTo>
                    <a:pt x="3238751" y="1023658"/>
                  </a:lnTo>
                  <a:close/>
                </a:path>
                <a:path w="3239770" h="1606550">
                  <a:moveTo>
                    <a:pt x="3238751" y="1046149"/>
                  </a:moveTo>
                  <a:lnTo>
                    <a:pt x="3235754" y="1046149"/>
                  </a:lnTo>
                  <a:lnTo>
                    <a:pt x="3235005" y="1046899"/>
                  </a:lnTo>
                  <a:lnTo>
                    <a:pt x="3235005" y="1058900"/>
                  </a:lnTo>
                  <a:lnTo>
                    <a:pt x="3235754" y="1059649"/>
                  </a:lnTo>
                  <a:lnTo>
                    <a:pt x="3238751" y="1059649"/>
                  </a:lnTo>
                  <a:lnTo>
                    <a:pt x="3239500" y="1058900"/>
                  </a:lnTo>
                  <a:lnTo>
                    <a:pt x="3239500" y="1046899"/>
                  </a:lnTo>
                  <a:lnTo>
                    <a:pt x="3238751" y="1046149"/>
                  </a:lnTo>
                  <a:close/>
                </a:path>
                <a:path w="3239770" h="1606550">
                  <a:moveTo>
                    <a:pt x="3238751" y="1068641"/>
                  </a:moveTo>
                  <a:lnTo>
                    <a:pt x="3235754" y="1068641"/>
                  </a:lnTo>
                  <a:lnTo>
                    <a:pt x="3235005" y="1069403"/>
                  </a:lnTo>
                  <a:lnTo>
                    <a:pt x="3235005" y="1081392"/>
                  </a:lnTo>
                  <a:lnTo>
                    <a:pt x="3235754" y="1082141"/>
                  </a:lnTo>
                  <a:lnTo>
                    <a:pt x="3238751" y="1082141"/>
                  </a:lnTo>
                  <a:lnTo>
                    <a:pt x="3239500" y="1081392"/>
                  </a:lnTo>
                  <a:lnTo>
                    <a:pt x="3239500" y="1069403"/>
                  </a:lnTo>
                  <a:lnTo>
                    <a:pt x="3238751" y="1068641"/>
                  </a:lnTo>
                  <a:close/>
                </a:path>
                <a:path w="3239770" h="1606550">
                  <a:moveTo>
                    <a:pt x="3238751" y="1091145"/>
                  </a:moveTo>
                  <a:lnTo>
                    <a:pt x="3235754" y="1091145"/>
                  </a:lnTo>
                  <a:lnTo>
                    <a:pt x="3235005" y="1091895"/>
                  </a:lnTo>
                  <a:lnTo>
                    <a:pt x="3235005" y="1103896"/>
                  </a:lnTo>
                  <a:lnTo>
                    <a:pt x="3235754" y="1104646"/>
                  </a:lnTo>
                  <a:lnTo>
                    <a:pt x="3238751" y="1104646"/>
                  </a:lnTo>
                  <a:lnTo>
                    <a:pt x="3239500" y="1103896"/>
                  </a:lnTo>
                  <a:lnTo>
                    <a:pt x="3239500" y="1091895"/>
                  </a:lnTo>
                  <a:lnTo>
                    <a:pt x="3238751" y="1091145"/>
                  </a:lnTo>
                  <a:close/>
                </a:path>
                <a:path w="3239770" h="1606550">
                  <a:moveTo>
                    <a:pt x="3238751" y="1113637"/>
                  </a:moveTo>
                  <a:lnTo>
                    <a:pt x="3235754" y="1113637"/>
                  </a:lnTo>
                  <a:lnTo>
                    <a:pt x="3235005" y="1114386"/>
                  </a:lnTo>
                  <a:lnTo>
                    <a:pt x="3235005" y="1126388"/>
                  </a:lnTo>
                  <a:lnTo>
                    <a:pt x="3235754" y="1127137"/>
                  </a:lnTo>
                  <a:lnTo>
                    <a:pt x="3238751" y="1127137"/>
                  </a:lnTo>
                  <a:lnTo>
                    <a:pt x="3239500" y="1126388"/>
                  </a:lnTo>
                  <a:lnTo>
                    <a:pt x="3239500" y="1114386"/>
                  </a:lnTo>
                  <a:lnTo>
                    <a:pt x="3238751" y="1113637"/>
                  </a:lnTo>
                  <a:close/>
                </a:path>
                <a:path w="3239770" h="1606550">
                  <a:moveTo>
                    <a:pt x="3238751" y="1136142"/>
                  </a:moveTo>
                  <a:lnTo>
                    <a:pt x="3235754" y="1136142"/>
                  </a:lnTo>
                  <a:lnTo>
                    <a:pt x="3235005" y="1136891"/>
                  </a:lnTo>
                  <a:lnTo>
                    <a:pt x="3235005" y="1148880"/>
                  </a:lnTo>
                  <a:lnTo>
                    <a:pt x="3235754" y="1149629"/>
                  </a:lnTo>
                  <a:lnTo>
                    <a:pt x="3238751" y="1149629"/>
                  </a:lnTo>
                  <a:lnTo>
                    <a:pt x="3239500" y="1148880"/>
                  </a:lnTo>
                  <a:lnTo>
                    <a:pt x="3239500" y="1136891"/>
                  </a:lnTo>
                  <a:lnTo>
                    <a:pt x="3238751" y="1136142"/>
                  </a:lnTo>
                  <a:close/>
                </a:path>
                <a:path w="3239770" h="1606550">
                  <a:moveTo>
                    <a:pt x="3238751" y="1158633"/>
                  </a:moveTo>
                  <a:lnTo>
                    <a:pt x="3235754" y="1158633"/>
                  </a:lnTo>
                  <a:lnTo>
                    <a:pt x="3235005" y="1159383"/>
                  </a:lnTo>
                  <a:lnTo>
                    <a:pt x="3235005" y="1171384"/>
                  </a:lnTo>
                  <a:lnTo>
                    <a:pt x="3235754" y="1172133"/>
                  </a:lnTo>
                  <a:lnTo>
                    <a:pt x="3238751" y="1172133"/>
                  </a:lnTo>
                  <a:lnTo>
                    <a:pt x="3239500" y="1171384"/>
                  </a:lnTo>
                  <a:lnTo>
                    <a:pt x="3239500" y="1159383"/>
                  </a:lnTo>
                  <a:lnTo>
                    <a:pt x="3238751" y="1158633"/>
                  </a:lnTo>
                  <a:close/>
                </a:path>
                <a:path w="3239770" h="1606550">
                  <a:moveTo>
                    <a:pt x="3238751" y="1181125"/>
                  </a:moveTo>
                  <a:lnTo>
                    <a:pt x="3235754" y="1181125"/>
                  </a:lnTo>
                  <a:lnTo>
                    <a:pt x="3235005" y="1181874"/>
                  </a:lnTo>
                  <a:lnTo>
                    <a:pt x="3235005" y="1193876"/>
                  </a:lnTo>
                  <a:lnTo>
                    <a:pt x="3235754" y="1194625"/>
                  </a:lnTo>
                  <a:lnTo>
                    <a:pt x="3238751" y="1194625"/>
                  </a:lnTo>
                  <a:lnTo>
                    <a:pt x="3239500" y="1193876"/>
                  </a:lnTo>
                  <a:lnTo>
                    <a:pt x="3239500" y="1181874"/>
                  </a:lnTo>
                  <a:lnTo>
                    <a:pt x="3238751" y="1181125"/>
                  </a:lnTo>
                  <a:close/>
                </a:path>
                <a:path w="3239770" h="1606550">
                  <a:moveTo>
                    <a:pt x="3238751" y="1203629"/>
                  </a:moveTo>
                  <a:lnTo>
                    <a:pt x="3235754" y="1203629"/>
                  </a:lnTo>
                  <a:lnTo>
                    <a:pt x="3235005" y="1204379"/>
                  </a:lnTo>
                  <a:lnTo>
                    <a:pt x="3235005" y="1216367"/>
                  </a:lnTo>
                  <a:lnTo>
                    <a:pt x="3235754" y="1217129"/>
                  </a:lnTo>
                  <a:lnTo>
                    <a:pt x="3238751" y="1217129"/>
                  </a:lnTo>
                  <a:lnTo>
                    <a:pt x="3239500" y="1216367"/>
                  </a:lnTo>
                  <a:lnTo>
                    <a:pt x="3239500" y="1204379"/>
                  </a:lnTo>
                  <a:lnTo>
                    <a:pt x="3238751" y="1203629"/>
                  </a:lnTo>
                  <a:close/>
                </a:path>
                <a:path w="3239770" h="1606550">
                  <a:moveTo>
                    <a:pt x="3238751" y="1226121"/>
                  </a:moveTo>
                  <a:lnTo>
                    <a:pt x="3235754" y="1226121"/>
                  </a:lnTo>
                  <a:lnTo>
                    <a:pt x="3235005" y="1226870"/>
                  </a:lnTo>
                  <a:lnTo>
                    <a:pt x="3235005" y="1238872"/>
                  </a:lnTo>
                  <a:lnTo>
                    <a:pt x="3235754" y="1239621"/>
                  </a:lnTo>
                  <a:lnTo>
                    <a:pt x="3238751" y="1239621"/>
                  </a:lnTo>
                  <a:lnTo>
                    <a:pt x="3239500" y="1238872"/>
                  </a:lnTo>
                  <a:lnTo>
                    <a:pt x="3239500" y="1226870"/>
                  </a:lnTo>
                  <a:lnTo>
                    <a:pt x="3238751" y="1226121"/>
                  </a:lnTo>
                  <a:close/>
                </a:path>
                <a:path w="3239770" h="1606550">
                  <a:moveTo>
                    <a:pt x="3238751" y="1248613"/>
                  </a:moveTo>
                  <a:lnTo>
                    <a:pt x="3235754" y="1248613"/>
                  </a:lnTo>
                  <a:lnTo>
                    <a:pt x="3235005" y="1249362"/>
                  </a:lnTo>
                  <a:lnTo>
                    <a:pt x="3235005" y="1261364"/>
                  </a:lnTo>
                  <a:lnTo>
                    <a:pt x="3235754" y="1262113"/>
                  </a:lnTo>
                  <a:lnTo>
                    <a:pt x="3238751" y="1262113"/>
                  </a:lnTo>
                  <a:lnTo>
                    <a:pt x="3239500" y="1261364"/>
                  </a:lnTo>
                  <a:lnTo>
                    <a:pt x="3239500" y="1249362"/>
                  </a:lnTo>
                  <a:lnTo>
                    <a:pt x="3238751" y="1248613"/>
                  </a:lnTo>
                  <a:close/>
                </a:path>
                <a:path w="3239770" h="1606550">
                  <a:moveTo>
                    <a:pt x="3238751" y="1271117"/>
                  </a:moveTo>
                  <a:lnTo>
                    <a:pt x="3235754" y="1271117"/>
                  </a:lnTo>
                  <a:lnTo>
                    <a:pt x="3235005" y="1271866"/>
                  </a:lnTo>
                  <a:lnTo>
                    <a:pt x="3235005" y="1283868"/>
                  </a:lnTo>
                  <a:lnTo>
                    <a:pt x="3235754" y="1284617"/>
                  </a:lnTo>
                  <a:lnTo>
                    <a:pt x="3238751" y="1284617"/>
                  </a:lnTo>
                  <a:lnTo>
                    <a:pt x="3239500" y="1283868"/>
                  </a:lnTo>
                  <a:lnTo>
                    <a:pt x="3239500" y="1271866"/>
                  </a:lnTo>
                  <a:lnTo>
                    <a:pt x="3238751" y="1271117"/>
                  </a:lnTo>
                  <a:close/>
                </a:path>
                <a:path w="3239770" h="1606550">
                  <a:moveTo>
                    <a:pt x="3238751" y="1293609"/>
                  </a:moveTo>
                  <a:lnTo>
                    <a:pt x="3235754" y="1293609"/>
                  </a:lnTo>
                  <a:lnTo>
                    <a:pt x="3235005" y="1294358"/>
                  </a:lnTo>
                  <a:lnTo>
                    <a:pt x="3235005" y="1306360"/>
                  </a:lnTo>
                  <a:lnTo>
                    <a:pt x="3235754" y="1307109"/>
                  </a:lnTo>
                  <a:lnTo>
                    <a:pt x="3238751" y="1307109"/>
                  </a:lnTo>
                  <a:lnTo>
                    <a:pt x="3239500" y="1306360"/>
                  </a:lnTo>
                  <a:lnTo>
                    <a:pt x="3239500" y="1294358"/>
                  </a:lnTo>
                  <a:lnTo>
                    <a:pt x="3238751" y="1293609"/>
                  </a:lnTo>
                  <a:close/>
                </a:path>
                <a:path w="3239770" h="1606550">
                  <a:moveTo>
                    <a:pt x="3238751" y="1316101"/>
                  </a:moveTo>
                  <a:lnTo>
                    <a:pt x="3235754" y="1316101"/>
                  </a:lnTo>
                  <a:lnTo>
                    <a:pt x="3235005" y="1316863"/>
                  </a:lnTo>
                  <a:lnTo>
                    <a:pt x="3235005" y="1328851"/>
                  </a:lnTo>
                  <a:lnTo>
                    <a:pt x="3235754" y="1329601"/>
                  </a:lnTo>
                  <a:lnTo>
                    <a:pt x="3238751" y="1329601"/>
                  </a:lnTo>
                  <a:lnTo>
                    <a:pt x="3239500" y="1328851"/>
                  </a:lnTo>
                  <a:lnTo>
                    <a:pt x="3239500" y="1316863"/>
                  </a:lnTo>
                  <a:lnTo>
                    <a:pt x="3238751" y="1316101"/>
                  </a:lnTo>
                  <a:close/>
                </a:path>
                <a:path w="3239770" h="1606550">
                  <a:moveTo>
                    <a:pt x="3238751" y="1338605"/>
                  </a:moveTo>
                  <a:lnTo>
                    <a:pt x="3235754" y="1338605"/>
                  </a:lnTo>
                  <a:lnTo>
                    <a:pt x="3235005" y="1339354"/>
                  </a:lnTo>
                  <a:lnTo>
                    <a:pt x="3235005" y="1351356"/>
                  </a:lnTo>
                  <a:lnTo>
                    <a:pt x="3235754" y="1352105"/>
                  </a:lnTo>
                  <a:lnTo>
                    <a:pt x="3238751" y="1352105"/>
                  </a:lnTo>
                  <a:lnTo>
                    <a:pt x="3239500" y="1351356"/>
                  </a:lnTo>
                  <a:lnTo>
                    <a:pt x="3239500" y="1339354"/>
                  </a:lnTo>
                  <a:lnTo>
                    <a:pt x="3238751" y="1338605"/>
                  </a:lnTo>
                  <a:close/>
                </a:path>
                <a:path w="3239770" h="1606550">
                  <a:moveTo>
                    <a:pt x="3238751" y="1361097"/>
                  </a:moveTo>
                  <a:lnTo>
                    <a:pt x="3235754" y="1361097"/>
                  </a:lnTo>
                  <a:lnTo>
                    <a:pt x="3235005" y="1361846"/>
                  </a:lnTo>
                  <a:lnTo>
                    <a:pt x="3235005" y="1373847"/>
                  </a:lnTo>
                  <a:lnTo>
                    <a:pt x="3235754" y="1374597"/>
                  </a:lnTo>
                  <a:lnTo>
                    <a:pt x="3238751" y="1374597"/>
                  </a:lnTo>
                  <a:lnTo>
                    <a:pt x="3239500" y="1373847"/>
                  </a:lnTo>
                  <a:lnTo>
                    <a:pt x="3239500" y="1361846"/>
                  </a:lnTo>
                  <a:lnTo>
                    <a:pt x="3238751" y="1361097"/>
                  </a:lnTo>
                  <a:close/>
                </a:path>
                <a:path w="3239770" h="1606550">
                  <a:moveTo>
                    <a:pt x="3238751" y="1383601"/>
                  </a:moveTo>
                  <a:lnTo>
                    <a:pt x="3235754" y="1383601"/>
                  </a:lnTo>
                  <a:lnTo>
                    <a:pt x="3235005" y="1384350"/>
                  </a:lnTo>
                  <a:lnTo>
                    <a:pt x="3235005" y="1396339"/>
                  </a:lnTo>
                  <a:lnTo>
                    <a:pt x="3235754" y="1397101"/>
                  </a:lnTo>
                  <a:lnTo>
                    <a:pt x="3238751" y="1397101"/>
                  </a:lnTo>
                  <a:lnTo>
                    <a:pt x="3239500" y="1396339"/>
                  </a:lnTo>
                  <a:lnTo>
                    <a:pt x="3239500" y="1384350"/>
                  </a:lnTo>
                  <a:lnTo>
                    <a:pt x="3238751" y="1383601"/>
                  </a:lnTo>
                  <a:close/>
                </a:path>
                <a:path w="3239770" h="1606550">
                  <a:moveTo>
                    <a:pt x="3238751" y="1406093"/>
                  </a:moveTo>
                  <a:lnTo>
                    <a:pt x="3235754" y="1406093"/>
                  </a:lnTo>
                  <a:lnTo>
                    <a:pt x="3235005" y="1406842"/>
                  </a:lnTo>
                  <a:lnTo>
                    <a:pt x="3235005" y="1418844"/>
                  </a:lnTo>
                  <a:lnTo>
                    <a:pt x="3235754" y="1419593"/>
                  </a:lnTo>
                  <a:lnTo>
                    <a:pt x="3238751" y="1419593"/>
                  </a:lnTo>
                  <a:lnTo>
                    <a:pt x="3239500" y="1418844"/>
                  </a:lnTo>
                  <a:lnTo>
                    <a:pt x="3239500" y="1406842"/>
                  </a:lnTo>
                  <a:lnTo>
                    <a:pt x="3238751" y="1406093"/>
                  </a:lnTo>
                  <a:close/>
                </a:path>
                <a:path w="3239770" h="1606550">
                  <a:moveTo>
                    <a:pt x="3238751" y="1428584"/>
                  </a:moveTo>
                  <a:lnTo>
                    <a:pt x="3235754" y="1428584"/>
                  </a:lnTo>
                  <a:lnTo>
                    <a:pt x="3235005" y="1429334"/>
                  </a:lnTo>
                  <a:lnTo>
                    <a:pt x="3235005" y="1441335"/>
                  </a:lnTo>
                  <a:lnTo>
                    <a:pt x="3235754" y="1442085"/>
                  </a:lnTo>
                  <a:lnTo>
                    <a:pt x="3238751" y="1442085"/>
                  </a:lnTo>
                  <a:lnTo>
                    <a:pt x="3239500" y="1441335"/>
                  </a:lnTo>
                  <a:lnTo>
                    <a:pt x="3239500" y="1429334"/>
                  </a:lnTo>
                  <a:lnTo>
                    <a:pt x="3238751" y="1428584"/>
                  </a:lnTo>
                  <a:close/>
                </a:path>
                <a:path w="3239770" h="1606550">
                  <a:moveTo>
                    <a:pt x="3238751" y="1451089"/>
                  </a:moveTo>
                  <a:lnTo>
                    <a:pt x="3235754" y="1451089"/>
                  </a:lnTo>
                  <a:lnTo>
                    <a:pt x="3235005" y="1451838"/>
                  </a:lnTo>
                  <a:lnTo>
                    <a:pt x="3235005" y="1463840"/>
                  </a:lnTo>
                  <a:lnTo>
                    <a:pt x="3235754" y="1464589"/>
                  </a:lnTo>
                  <a:lnTo>
                    <a:pt x="3238751" y="1464589"/>
                  </a:lnTo>
                  <a:lnTo>
                    <a:pt x="3239500" y="1463840"/>
                  </a:lnTo>
                  <a:lnTo>
                    <a:pt x="3239500" y="1451838"/>
                  </a:lnTo>
                  <a:lnTo>
                    <a:pt x="3238751" y="1451089"/>
                  </a:lnTo>
                  <a:close/>
                </a:path>
                <a:path w="3239770" h="1606550">
                  <a:moveTo>
                    <a:pt x="3238751" y="1473581"/>
                  </a:moveTo>
                  <a:lnTo>
                    <a:pt x="3235754" y="1473581"/>
                  </a:lnTo>
                  <a:lnTo>
                    <a:pt x="3235005" y="1474330"/>
                  </a:lnTo>
                  <a:lnTo>
                    <a:pt x="3235005" y="1486331"/>
                  </a:lnTo>
                  <a:lnTo>
                    <a:pt x="3235754" y="1487081"/>
                  </a:lnTo>
                  <a:lnTo>
                    <a:pt x="3238751" y="1487081"/>
                  </a:lnTo>
                  <a:lnTo>
                    <a:pt x="3239500" y="1486331"/>
                  </a:lnTo>
                  <a:lnTo>
                    <a:pt x="3239500" y="1474330"/>
                  </a:lnTo>
                  <a:lnTo>
                    <a:pt x="3238751" y="1473581"/>
                  </a:lnTo>
                  <a:close/>
                </a:path>
                <a:path w="3239770" h="1606550">
                  <a:moveTo>
                    <a:pt x="3238751" y="1496085"/>
                  </a:moveTo>
                  <a:lnTo>
                    <a:pt x="3235754" y="1496085"/>
                  </a:lnTo>
                  <a:lnTo>
                    <a:pt x="3235005" y="1496834"/>
                  </a:lnTo>
                  <a:lnTo>
                    <a:pt x="3235005" y="1508823"/>
                  </a:lnTo>
                  <a:lnTo>
                    <a:pt x="3235754" y="1509572"/>
                  </a:lnTo>
                  <a:lnTo>
                    <a:pt x="3238751" y="1509572"/>
                  </a:lnTo>
                  <a:lnTo>
                    <a:pt x="3239500" y="1508823"/>
                  </a:lnTo>
                  <a:lnTo>
                    <a:pt x="3239500" y="1496834"/>
                  </a:lnTo>
                  <a:lnTo>
                    <a:pt x="3238751" y="1496085"/>
                  </a:lnTo>
                  <a:close/>
                </a:path>
                <a:path w="3239770" h="1606550">
                  <a:moveTo>
                    <a:pt x="3238751" y="1518577"/>
                  </a:moveTo>
                  <a:lnTo>
                    <a:pt x="3235754" y="1518577"/>
                  </a:lnTo>
                  <a:lnTo>
                    <a:pt x="3235005" y="1519326"/>
                  </a:lnTo>
                  <a:lnTo>
                    <a:pt x="3235005" y="1531327"/>
                  </a:lnTo>
                  <a:lnTo>
                    <a:pt x="3235754" y="1532077"/>
                  </a:lnTo>
                  <a:lnTo>
                    <a:pt x="3238751" y="1532077"/>
                  </a:lnTo>
                  <a:lnTo>
                    <a:pt x="3239500" y="1531327"/>
                  </a:lnTo>
                  <a:lnTo>
                    <a:pt x="3239500" y="1519326"/>
                  </a:lnTo>
                  <a:lnTo>
                    <a:pt x="3238751" y="1518577"/>
                  </a:lnTo>
                  <a:close/>
                </a:path>
                <a:path w="3239770" h="1606550">
                  <a:moveTo>
                    <a:pt x="3238751" y="1541081"/>
                  </a:moveTo>
                  <a:lnTo>
                    <a:pt x="3235754" y="1541081"/>
                  </a:lnTo>
                  <a:lnTo>
                    <a:pt x="3235005" y="1541830"/>
                  </a:lnTo>
                  <a:lnTo>
                    <a:pt x="3235005" y="1553819"/>
                  </a:lnTo>
                  <a:lnTo>
                    <a:pt x="3235754" y="1554568"/>
                  </a:lnTo>
                  <a:lnTo>
                    <a:pt x="3238751" y="1554568"/>
                  </a:lnTo>
                  <a:lnTo>
                    <a:pt x="3239500" y="1553819"/>
                  </a:lnTo>
                  <a:lnTo>
                    <a:pt x="3239500" y="1541830"/>
                  </a:lnTo>
                  <a:lnTo>
                    <a:pt x="3238751" y="1541081"/>
                  </a:lnTo>
                  <a:close/>
                </a:path>
                <a:path w="3239770" h="1606550">
                  <a:moveTo>
                    <a:pt x="3238751" y="1563573"/>
                  </a:moveTo>
                  <a:lnTo>
                    <a:pt x="3235754" y="1563573"/>
                  </a:lnTo>
                  <a:lnTo>
                    <a:pt x="3235005" y="1564322"/>
                  </a:lnTo>
                  <a:lnTo>
                    <a:pt x="3234979" y="1570367"/>
                  </a:lnTo>
                  <a:lnTo>
                    <a:pt x="3234814" y="1572158"/>
                  </a:lnTo>
                  <a:lnTo>
                    <a:pt x="3234154" y="1575689"/>
                  </a:lnTo>
                  <a:lnTo>
                    <a:pt x="3234751" y="1576565"/>
                  </a:lnTo>
                  <a:lnTo>
                    <a:pt x="3237697" y="1577111"/>
                  </a:lnTo>
                  <a:lnTo>
                    <a:pt x="3238499" y="1576565"/>
                  </a:lnTo>
                  <a:lnTo>
                    <a:pt x="3238728" y="1575689"/>
                  </a:lnTo>
                  <a:lnTo>
                    <a:pt x="3239284" y="1572717"/>
                  </a:lnTo>
                  <a:lnTo>
                    <a:pt x="3239500" y="1570367"/>
                  </a:lnTo>
                  <a:lnTo>
                    <a:pt x="3239500" y="1564322"/>
                  </a:lnTo>
                  <a:lnTo>
                    <a:pt x="3238751" y="1563573"/>
                  </a:lnTo>
                  <a:close/>
                </a:path>
                <a:path w="3239770" h="1606550">
                  <a:moveTo>
                    <a:pt x="3231588" y="1584591"/>
                  </a:moveTo>
                  <a:lnTo>
                    <a:pt x="3230547" y="1584820"/>
                  </a:lnTo>
                  <a:lnTo>
                    <a:pt x="3228210" y="1588516"/>
                  </a:lnTo>
                  <a:lnTo>
                    <a:pt x="3226381" y="1590713"/>
                  </a:lnTo>
                  <a:lnTo>
                    <a:pt x="3223179" y="1593748"/>
                  </a:lnTo>
                  <a:lnTo>
                    <a:pt x="3223143" y="1594764"/>
                  </a:lnTo>
                  <a:lnTo>
                    <a:pt x="3225223" y="1596999"/>
                  </a:lnTo>
                  <a:lnTo>
                    <a:pt x="3226254" y="1596999"/>
                  </a:lnTo>
                  <a:lnTo>
                    <a:pt x="3229734" y="1593748"/>
                  </a:lnTo>
                  <a:lnTo>
                    <a:pt x="3231791" y="1591259"/>
                  </a:lnTo>
                  <a:lnTo>
                    <a:pt x="3234344" y="1587233"/>
                  </a:lnTo>
                  <a:lnTo>
                    <a:pt x="3234116" y="1586204"/>
                  </a:lnTo>
                  <a:lnTo>
                    <a:pt x="3231588" y="1584591"/>
                  </a:lnTo>
                  <a:close/>
                </a:path>
                <a:path w="3239770" h="1606550">
                  <a:moveTo>
                    <a:pt x="3214964" y="1598879"/>
                  </a:moveTo>
                  <a:lnTo>
                    <a:pt x="3210862" y="1600479"/>
                  </a:lnTo>
                  <a:lnTo>
                    <a:pt x="3208081" y="1601177"/>
                  </a:lnTo>
                  <a:lnTo>
                    <a:pt x="3203712" y="1601698"/>
                  </a:lnTo>
                  <a:lnTo>
                    <a:pt x="3203051" y="1602524"/>
                  </a:lnTo>
                  <a:lnTo>
                    <a:pt x="3203324" y="1604810"/>
                  </a:lnTo>
                  <a:lnTo>
                    <a:pt x="3203520" y="1605597"/>
                  </a:lnTo>
                  <a:lnTo>
                    <a:pt x="3204245" y="1606169"/>
                  </a:lnTo>
                  <a:lnTo>
                    <a:pt x="3208982" y="1605597"/>
                  </a:lnTo>
                  <a:lnTo>
                    <a:pt x="3212145" y="1604810"/>
                  </a:lnTo>
                  <a:lnTo>
                    <a:pt x="3216602" y="1603070"/>
                  </a:lnTo>
                  <a:lnTo>
                    <a:pt x="3217034" y="1602092"/>
                  </a:lnTo>
                  <a:lnTo>
                    <a:pt x="3215942" y="1599298"/>
                  </a:lnTo>
                  <a:lnTo>
                    <a:pt x="3214964" y="1598879"/>
                  </a:lnTo>
                  <a:close/>
                </a:path>
                <a:path w="3239770" h="1606550">
                  <a:moveTo>
                    <a:pt x="3193628" y="1601749"/>
                  </a:moveTo>
                  <a:lnTo>
                    <a:pt x="3181626" y="1601749"/>
                  </a:lnTo>
                  <a:lnTo>
                    <a:pt x="3180877" y="1602498"/>
                  </a:lnTo>
                  <a:lnTo>
                    <a:pt x="3180877" y="1605495"/>
                  </a:lnTo>
                  <a:lnTo>
                    <a:pt x="3181626" y="1606245"/>
                  </a:lnTo>
                  <a:lnTo>
                    <a:pt x="3193628" y="1606245"/>
                  </a:lnTo>
                  <a:lnTo>
                    <a:pt x="3194377" y="1605495"/>
                  </a:lnTo>
                  <a:lnTo>
                    <a:pt x="3194377" y="1602498"/>
                  </a:lnTo>
                  <a:lnTo>
                    <a:pt x="3193628" y="1601749"/>
                  </a:lnTo>
                  <a:close/>
                </a:path>
                <a:path w="3239770" h="1606550">
                  <a:moveTo>
                    <a:pt x="3171136" y="1601749"/>
                  </a:moveTo>
                  <a:lnTo>
                    <a:pt x="3159135" y="1601749"/>
                  </a:lnTo>
                  <a:lnTo>
                    <a:pt x="3158385" y="1602498"/>
                  </a:lnTo>
                  <a:lnTo>
                    <a:pt x="3158385" y="1605495"/>
                  </a:lnTo>
                  <a:lnTo>
                    <a:pt x="3159135" y="1606245"/>
                  </a:lnTo>
                  <a:lnTo>
                    <a:pt x="3171136" y="1606245"/>
                  </a:lnTo>
                  <a:lnTo>
                    <a:pt x="3171886" y="1605495"/>
                  </a:lnTo>
                  <a:lnTo>
                    <a:pt x="3171886" y="1602498"/>
                  </a:lnTo>
                  <a:lnTo>
                    <a:pt x="3171136" y="1601749"/>
                  </a:lnTo>
                  <a:close/>
                </a:path>
                <a:path w="3239770" h="1606550">
                  <a:moveTo>
                    <a:pt x="3148632" y="1601749"/>
                  </a:moveTo>
                  <a:lnTo>
                    <a:pt x="3136643" y="1601749"/>
                  </a:lnTo>
                  <a:lnTo>
                    <a:pt x="3135894" y="1602498"/>
                  </a:lnTo>
                  <a:lnTo>
                    <a:pt x="3135894" y="1605495"/>
                  </a:lnTo>
                  <a:lnTo>
                    <a:pt x="3136643" y="1606245"/>
                  </a:lnTo>
                  <a:lnTo>
                    <a:pt x="3148632" y="1606245"/>
                  </a:lnTo>
                  <a:lnTo>
                    <a:pt x="3149381" y="1605495"/>
                  </a:lnTo>
                  <a:lnTo>
                    <a:pt x="3149381" y="1602498"/>
                  </a:lnTo>
                  <a:lnTo>
                    <a:pt x="3148632" y="1601749"/>
                  </a:lnTo>
                  <a:close/>
                </a:path>
                <a:path w="3239770" h="1606550">
                  <a:moveTo>
                    <a:pt x="3126140" y="1601749"/>
                  </a:moveTo>
                  <a:lnTo>
                    <a:pt x="3114139" y="1601749"/>
                  </a:lnTo>
                  <a:lnTo>
                    <a:pt x="3113389" y="1602498"/>
                  </a:lnTo>
                  <a:lnTo>
                    <a:pt x="3113389" y="1605495"/>
                  </a:lnTo>
                  <a:lnTo>
                    <a:pt x="3114139" y="1606245"/>
                  </a:lnTo>
                  <a:lnTo>
                    <a:pt x="3126140" y="1606245"/>
                  </a:lnTo>
                  <a:lnTo>
                    <a:pt x="3126889" y="1605495"/>
                  </a:lnTo>
                  <a:lnTo>
                    <a:pt x="3126889" y="1602498"/>
                  </a:lnTo>
                  <a:lnTo>
                    <a:pt x="3126140" y="1601749"/>
                  </a:lnTo>
                  <a:close/>
                </a:path>
                <a:path w="3239770" h="1606550">
                  <a:moveTo>
                    <a:pt x="3103636" y="1601749"/>
                  </a:moveTo>
                  <a:lnTo>
                    <a:pt x="3091647" y="1601749"/>
                  </a:lnTo>
                  <a:lnTo>
                    <a:pt x="3090898" y="1602498"/>
                  </a:lnTo>
                  <a:lnTo>
                    <a:pt x="3090898" y="1605495"/>
                  </a:lnTo>
                  <a:lnTo>
                    <a:pt x="3091647" y="1606245"/>
                  </a:lnTo>
                  <a:lnTo>
                    <a:pt x="3103636" y="1606245"/>
                  </a:lnTo>
                  <a:lnTo>
                    <a:pt x="3104385" y="1605495"/>
                  </a:lnTo>
                  <a:lnTo>
                    <a:pt x="3104385" y="1602498"/>
                  </a:lnTo>
                  <a:lnTo>
                    <a:pt x="3103636" y="1601749"/>
                  </a:lnTo>
                  <a:close/>
                </a:path>
                <a:path w="3239770" h="1606550">
                  <a:moveTo>
                    <a:pt x="3081144" y="1601749"/>
                  </a:moveTo>
                  <a:lnTo>
                    <a:pt x="3069143" y="1601749"/>
                  </a:lnTo>
                  <a:lnTo>
                    <a:pt x="3068393" y="1602498"/>
                  </a:lnTo>
                  <a:lnTo>
                    <a:pt x="3068393" y="1605495"/>
                  </a:lnTo>
                  <a:lnTo>
                    <a:pt x="3069143" y="1606245"/>
                  </a:lnTo>
                  <a:lnTo>
                    <a:pt x="3081144" y="1606245"/>
                  </a:lnTo>
                  <a:lnTo>
                    <a:pt x="3081893" y="1605495"/>
                  </a:lnTo>
                  <a:lnTo>
                    <a:pt x="3081893" y="1602498"/>
                  </a:lnTo>
                  <a:lnTo>
                    <a:pt x="3081144" y="1601749"/>
                  </a:lnTo>
                  <a:close/>
                </a:path>
                <a:path w="3239770" h="1606550">
                  <a:moveTo>
                    <a:pt x="3058652" y="1601749"/>
                  </a:moveTo>
                  <a:lnTo>
                    <a:pt x="3046651" y="1601749"/>
                  </a:lnTo>
                  <a:lnTo>
                    <a:pt x="3045902" y="1602498"/>
                  </a:lnTo>
                  <a:lnTo>
                    <a:pt x="3045902" y="1605495"/>
                  </a:lnTo>
                  <a:lnTo>
                    <a:pt x="3046651" y="1606245"/>
                  </a:lnTo>
                  <a:lnTo>
                    <a:pt x="3058652" y="1606245"/>
                  </a:lnTo>
                  <a:lnTo>
                    <a:pt x="3059402" y="1605495"/>
                  </a:lnTo>
                  <a:lnTo>
                    <a:pt x="3059402" y="1602498"/>
                  </a:lnTo>
                  <a:lnTo>
                    <a:pt x="3058652" y="1601749"/>
                  </a:lnTo>
                  <a:close/>
                </a:path>
                <a:path w="3239770" h="1606550">
                  <a:moveTo>
                    <a:pt x="3036148" y="1601749"/>
                  </a:moveTo>
                  <a:lnTo>
                    <a:pt x="3024146" y="1601749"/>
                  </a:lnTo>
                  <a:lnTo>
                    <a:pt x="3023410" y="1602498"/>
                  </a:lnTo>
                  <a:lnTo>
                    <a:pt x="3023410" y="1605495"/>
                  </a:lnTo>
                  <a:lnTo>
                    <a:pt x="3024146" y="1606245"/>
                  </a:lnTo>
                  <a:lnTo>
                    <a:pt x="3036148" y="1606245"/>
                  </a:lnTo>
                  <a:lnTo>
                    <a:pt x="3036897" y="1605495"/>
                  </a:lnTo>
                  <a:lnTo>
                    <a:pt x="3036897" y="1602498"/>
                  </a:lnTo>
                  <a:lnTo>
                    <a:pt x="3036148" y="1601749"/>
                  </a:lnTo>
                  <a:close/>
                </a:path>
                <a:path w="3239770" h="1606550">
                  <a:moveTo>
                    <a:pt x="3013656" y="1601749"/>
                  </a:moveTo>
                  <a:lnTo>
                    <a:pt x="3001655" y="1601749"/>
                  </a:lnTo>
                  <a:lnTo>
                    <a:pt x="3000905" y="1602498"/>
                  </a:lnTo>
                  <a:lnTo>
                    <a:pt x="3000905" y="1605495"/>
                  </a:lnTo>
                  <a:lnTo>
                    <a:pt x="3001655" y="1606245"/>
                  </a:lnTo>
                  <a:lnTo>
                    <a:pt x="3013656" y="1606245"/>
                  </a:lnTo>
                  <a:lnTo>
                    <a:pt x="3014406" y="1605495"/>
                  </a:lnTo>
                  <a:lnTo>
                    <a:pt x="3014406" y="1602498"/>
                  </a:lnTo>
                  <a:lnTo>
                    <a:pt x="3013656" y="1601749"/>
                  </a:lnTo>
                  <a:close/>
                </a:path>
                <a:path w="3239770" h="1606550">
                  <a:moveTo>
                    <a:pt x="2991152" y="1601749"/>
                  </a:moveTo>
                  <a:lnTo>
                    <a:pt x="2979163" y="1601749"/>
                  </a:lnTo>
                  <a:lnTo>
                    <a:pt x="2978414" y="1602498"/>
                  </a:lnTo>
                  <a:lnTo>
                    <a:pt x="2978414" y="1605495"/>
                  </a:lnTo>
                  <a:lnTo>
                    <a:pt x="2979163" y="1606245"/>
                  </a:lnTo>
                  <a:lnTo>
                    <a:pt x="2991152" y="1606245"/>
                  </a:lnTo>
                  <a:lnTo>
                    <a:pt x="2991901" y="1605495"/>
                  </a:lnTo>
                  <a:lnTo>
                    <a:pt x="2991901" y="1602498"/>
                  </a:lnTo>
                  <a:lnTo>
                    <a:pt x="2991152" y="1601749"/>
                  </a:lnTo>
                  <a:close/>
                </a:path>
                <a:path w="3239770" h="1606550">
                  <a:moveTo>
                    <a:pt x="2968660" y="1601749"/>
                  </a:moveTo>
                  <a:lnTo>
                    <a:pt x="2956659" y="1601749"/>
                  </a:lnTo>
                  <a:lnTo>
                    <a:pt x="2955909" y="1602498"/>
                  </a:lnTo>
                  <a:lnTo>
                    <a:pt x="2955909" y="1605495"/>
                  </a:lnTo>
                  <a:lnTo>
                    <a:pt x="2956659" y="1606245"/>
                  </a:lnTo>
                  <a:lnTo>
                    <a:pt x="2968660" y="1606245"/>
                  </a:lnTo>
                  <a:lnTo>
                    <a:pt x="2969409" y="1605495"/>
                  </a:lnTo>
                  <a:lnTo>
                    <a:pt x="2969409" y="1602498"/>
                  </a:lnTo>
                  <a:lnTo>
                    <a:pt x="2968660" y="1601749"/>
                  </a:lnTo>
                  <a:close/>
                </a:path>
                <a:path w="3239770" h="1606550">
                  <a:moveTo>
                    <a:pt x="2946168" y="1601749"/>
                  </a:moveTo>
                  <a:lnTo>
                    <a:pt x="2934167" y="1601749"/>
                  </a:lnTo>
                  <a:lnTo>
                    <a:pt x="2933418" y="1602498"/>
                  </a:lnTo>
                  <a:lnTo>
                    <a:pt x="2933418" y="1605495"/>
                  </a:lnTo>
                  <a:lnTo>
                    <a:pt x="2934167" y="1606245"/>
                  </a:lnTo>
                  <a:lnTo>
                    <a:pt x="2946168" y="1606245"/>
                  </a:lnTo>
                  <a:lnTo>
                    <a:pt x="2946918" y="1605495"/>
                  </a:lnTo>
                  <a:lnTo>
                    <a:pt x="2946918" y="1602498"/>
                  </a:lnTo>
                  <a:lnTo>
                    <a:pt x="2946168" y="1601749"/>
                  </a:lnTo>
                  <a:close/>
                </a:path>
                <a:path w="3239770" h="1606550">
                  <a:moveTo>
                    <a:pt x="2923664" y="1601749"/>
                  </a:moveTo>
                  <a:lnTo>
                    <a:pt x="2911675" y="1601749"/>
                  </a:lnTo>
                  <a:lnTo>
                    <a:pt x="2910913" y="1602498"/>
                  </a:lnTo>
                  <a:lnTo>
                    <a:pt x="2910913" y="1605495"/>
                  </a:lnTo>
                  <a:lnTo>
                    <a:pt x="2911675" y="1606245"/>
                  </a:lnTo>
                  <a:lnTo>
                    <a:pt x="2923664" y="1606245"/>
                  </a:lnTo>
                  <a:lnTo>
                    <a:pt x="2924413" y="1605495"/>
                  </a:lnTo>
                  <a:lnTo>
                    <a:pt x="2924413" y="1602498"/>
                  </a:lnTo>
                  <a:lnTo>
                    <a:pt x="2923664" y="1601749"/>
                  </a:lnTo>
                  <a:close/>
                </a:path>
                <a:path w="3239770" h="1606550">
                  <a:moveTo>
                    <a:pt x="2901172" y="1601749"/>
                  </a:moveTo>
                  <a:lnTo>
                    <a:pt x="2889171" y="1601749"/>
                  </a:lnTo>
                  <a:lnTo>
                    <a:pt x="2888422" y="1602498"/>
                  </a:lnTo>
                  <a:lnTo>
                    <a:pt x="2888422" y="1605495"/>
                  </a:lnTo>
                  <a:lnTo>
                    <a:pt x="2889171" y="1606245"/>
                  </a:lnTo>
                  <a:lnTo>
                    <a:pt x="2901172" y="1606245"/>
                  </a:lnTo>
                  <a:lnTo>
                    <a:pt x="2901922" y="1605495"/>
                  </a:lnTo>
                  <a:lnTo>
                    <a:pt x="2901922" y="1602498"/>
                  </a:lnTo>
                  <a:lnTo>
                    <a:pt x="2901172" y="1601749"/>
                  </a:lnTo>
                  <a:close/>
                </a:path>
                <a:path w="3239770" h="1606550">
                  <a:moveTo>
                    <a:pt x="2878681" y="1601749"/>
                  </a:moveTo>
                  <a:lnTo>
                    <a:pt x="2866679" y="1601749"/>
                  </a:lnTo>
                  <a:lnTo>
                    <a:pt x="2865930" y="1602498"/>
                  </a:lnTo>
                  <a:lnTo>
                    <a:pt x="2865930" y="1605495"/>
                  </a:lnTo>
                  <a:lnTo>
                    <a:pt x="2866679" y="1606245"/>
                  </a:lnTo>
                  <a:lnTo>
                    <a:pt x="2878681" y="1606245"/>
                  </a:lnTo>
                  <a:lnTo>
                    <a:pt x="2879430" y="1605495"/>
                  </a:lnTo>
                  <a:lnTo>
                    <a:pt x="2879430" y="1602498"/>
                  </a:lnTo>
                  <a:lnTo>
                    <a:pt x="2878681" y="1601749"/>
                  </a:lnTo>
                  <a:close/>
                </a:path>
                <a:path w="3239770" h="1606550">
                  <a:moveTo>
                    <a:pt x="2856176" y="1601749"/>
                  </a:moveTo>
                  <a:lnTo>
                    <a:pt x="2844175" y="1601749"/>
                  </a:lnTo>
                  <a:lnTo>
                    <a:pt x="2843425" y="1602498"/>
                  </a:lnTo>
                  <a:lnTo>
                    <a:pt x="2843425" y="1605495"/>
                  </a:lnTo>
                  <a:lnTo>
                    <a:pt x="2844175" y="1606245"/>
                  </a:lnTo>
                  <a:lnTo>
                    <a:pt x="2856176" y="1606245"/>
                  </a:lnTo>
                  <a:lnTo>
                    <a:pt x="2856926" y="1605495"/>
                  </a:lnTo>
                  <a:lnTo>
                    <a:pt x="2856926" y="1602498"/>
                  </a:lnTo>
                  <a:lnTo>
                    <a:pt x="2856176" y="1601749"/>
                  </a:lnTo>
                  <a:close/>
                </a:path>
                <a:path w="3239770" h="1606550">
                  <a:moveTo>
                    <a:pt x="2833685" y="1601749"/>
                  </a:moveTo>
                  <a:lnTo>
                    <a:pt x="2821683" y="1601749"/>
                  </a:lnTo>
                  <a:lnTo>
                    <a:pt x="2820934" y="1602498"/>
                  </a:lnTo>
                  <a:lnTo>
                    <a:pt x="2820934" y="1605495"/>
                  </a:lnTo>
                  <a:lnTo>
                    <a:pt x="2821683" y="1606245"/>
                  </a:lnTo>
                  <a:lnTo>
                    <a:pt x="2833685" y="1606245"/>
                  </a:lnTo>
                  <a:lnTo>
                    <a:pt x="2834434" y="1605495"/>
                  </a:lnTo>
                  <a:lnTo>
                    <a:pt x="2834434" y="1602498"/>
                  </a:lnTo>
                  <a:lnTo>
                    <a:pt x="2833685" y="1601749"/>
                  </a:lnTo>
                  <a:close/>
                </a:path>
                <a:path w="3239770" h="1606550">
                  <a:moveTo>
                    <a:pt x="2811180" y="1601749"/>
                  </a:moveTo>
                  <a:lnTo>
                    <a:pt x="2799191" y="1601749"/>
                  </a:lnTo>
                  <a:lnTo>
                    <a:pt x="2798442" y="1602498"/>
                  </a:lnTo>
                  <a:lnTo>
                    <a:pt x="2798442" y="1605495"/>
                  </a:lnTo>
                  <a:lnTo>
                    <a:pt x="2799191" y="1606245"/>
                  </a:lnTo>
                  <a:lnTo>
                    <a:pt x="2811180" y="1606245"/>
                  </a:lnTo>
                  <a:lnTo>
                    <a:pt x="2811942" y="1605495"/>
                  </a:lnTo>
                  <a:lnTo>
                    <a:pt x="2811942" y="1602498"/>
                  </a:lnTo>
                  <a:lnTo>
                    <a:pt x="2811180" y="1601749"/>
                  </a:lnTo>
                  <a:close/>
                </a:path>
                <a:path w="3239770" h="1606550">
                  <a:moveTo>
                    <a:pt x="2788688" y="1601749"/>
                  </a:moveTo>
                  <a:lnTo>
                    <a:pt x="2776687" y="1601749"/>
                  </a:lnTo>
                  <a:lnTo>
                    <a:pt x="2775938" y="1602498"/>
                  </a:lnTo>
                  <a:lnTo>
                    <a:pt x="2775938" y="1605495"/>
                  </a:lnTo>
                  <a:lnTo>
                    <a:pt x="2776687" y="1606245"/>
                  </a:lnTo>
                  <a:lnTo>
                    <a:pt x="2788688" y="1606245"/>
                  </a:lnTo>
                  <a:lnTo>
                    <a:pt x="2789438" y="1605495"/>
                  </a:lnTo>
                  <a:lnTo>
                    <a:pt x="2789438" y="1602498"/>
                  </a:lnTo>
                  <a:lnTo>
                    <a:pt x="2788688" y="1601749"/>
                  </a:lnTo>
                  <a:close/>
                </a:path>
                <a:path w="3239770" h="1606550">
                  <a:moveTo>
                    <a:pt x="2766197" y="1601749"/>
                  </a:moveTo>
                  <a:lnTo>
                    <a:pt x="2754195" y="1601749"/>
                  </a:lnTo>
                  <a:lnTo>
                    <a:pt x="2753446" y="1602498"/>
                  </a:lnTo>
                  <a:lnTo>
                    <a:pt x="2753446" y="1605495"/>
                  </a:lnTo>
                  <a:lnTo>
                    <a:pt x="2754195" y="1606245"/>
                  </a:lnTo>
                  <a:lnTo>
                    <a:pt x="2766197" y="1606245"/>
                  </a:lnTo>
                  <a:lnTo>
                    <a:pt x="2766946" y="1605495"/>
                  </a:lnTo>
                  <a:lnTo>
                    <a:pt x="2766946" y="1602498"/>
                  </a:lnTo>
                  <a:lnTo>
                    <a:pt x="2766197" y="1601749"/>
                  </a:lnTo>
                  <a:close/>
                </a:path>
                <a:path w="3239770" h="1606550">
                  <a:moveTo>
                    <a:pt x="2743692" y="1601749"/>
                  </a:moveTo>
                  <a:lnTo>
                    <a:pt x="2731704" y="1601749"/>
                  </a:lnTo>
                  <a:lnTo>
                    <a:pt x="2730942" y="1602498"/>
                  </a:lnTo>
                  <a:lnTo>
                    <a:pt x="2730942" y="1605495"/>
                  </a:lnTo>
                  <a:lnTo>
                    <a:pt x="2731704" y="1606245"/>
                  </a:lnTo>
                  <a:lnTo>
                    <a:pt x="2743692" y="1606245"/>
                  </a:lnTo>
                  <a:lnTo>
                    <a:pt x="2744442" y="1605495"/>
                  </a:lnTo>
                  <a:lnTo>
                    <a:pt x="2744442" y="1602498"/>
                  </a:lnTo>
                  <a:lnTo>
                    <a:pt x="2743692" y="1601749"/>
                  </a:lnTo>
                  <a:close/>
                </a:path>
                <a:path w="3239770" h="1606550">
                  <a:moveTo>
                    <a:pt x="2721201" y="1601749"/>
                  </a:moveTo>
                  <a:lnTo>
                    <a:pt x="2709199" y="1601749"/>
                  </a:lnTo>
                  <a:lnTo>
                    <a:pt x="2708450" y="1602498"/>
                  </a:lnTo>
                  <a:lnTo>
                    <a:pt x="2708450" y="1605495"/>
                  </a:lnTo>
                  <a:lnTo>
                    <a:pt x="2709199" y="1606245"/>
                  </a:lnTo>
                  <a:lnTo>
                    <a:pt x="2721201" y="1606245"/>
                  </a:lnTo>
                  <a:lnTo>
                    <a:pt x="2721950" y="1605495"/>
                  </a:lnTo>
                  <a:lnTo>
                    <a:pt x="2721950" y="1602498"/>
                  </a:lnTo>
                  <a:lnTo>
                    <a:pt x="2721201" y="1601749"/>
                  </a:lnTo>
                  <a:close/>
                </a:path>
                <a:path w="3239770" h="1606550">
                  <a:moveTo>
                    <a:pt x="2698709" y="1601749"/>
                  </a:moveTo>
                  <a:lnTo>
                    <a:pt x="2686707" y="1601749"/>
                  </a:lnTo>
                  <a:lnTo>
                    <a:pt x="2685958" y="1602498"/>
                  </a:lnTo>
                  <a:lnTo>
                    <a:pt x="2685958" y="1605495"/>
                  </a:lnTo>
                  <a:lnTo>
                    <a:pt x="2686707" y="1606245"/>
                  </a:lnTo>
                  <a:lnTo>
                    <a:pt x="2698709" y="1606245"/>
                  </a:lnTo>
                  <a:lnTo>
                    <a:pt x="2699458" y="1605495"/>
                  </a:lnTo>
                  <a:lnTo>
                    <a:pt x="2699458" y="1602498"/>
                  </a:lnTo>
                  <a:lnTo>
                    <a:pt x="2698709" y="1601749"/>
                  </a:lnTo>
                  <a:close/>
                </a:path>
                <a:path w="3239770" h="1606550">
                  <a:moveTo>
                    <a:pt x="2676205" y="1601749"/>
                  </a:moveTo>
                  <a:lnTo>
                    <a:pt x="2664203" y="1601749"/>
                  </a:lnTo>
                  <a:lnTo>
                    <a:pt x="2663454" y="1602498"/>
                  </a:lnTo>
                  <a:lnTo>
                    <a:pt x="2663454" y="1605495"/>
                  </a:lnTo>
                  <a:lnTo>
                    <a:pt x="2664203" y="1606245"/>
                  </a:lnTo>
                  <a:lnTo>
                    <a:pt x="2676205" y="1606245"/>
                  </a:lnTo>
                  <a:lnTo>
                    <a:pt x="2676954" y="1605495"/>
                  </a:lnTo>
                  <a:lnTo>
                    <a:pt x="2676954" y="1602498"/>
                  </a:lnTo>
                  <a:lnTo>
                    <a:pt x="2676205" y="1601749"/>
                  </a:lnTo>
                  <a:close/>
                </a:path>
                <a:path w="3239770" h="1606550">
                  <a:moveTo>
                    <a:pt x="2653713" y="1601749"/>
                  </a:moveTo>
                  <a:lnTo>
                    <a:pt x="2641711" y="1601749"/>
                  </a:lnTo>
                  <a:lnTo>
                    <a:pt x="2640962" y="1602498"/>
                  </a:lnTo>
                  <a:lnTo>
                    <a:pt x="2640962" y="1605495"/>
                  </a:lnTo>
                  <a:lnTo>
                    <a:pt x="2641711" y="1606245"/>
                  </a:lnTo>
                  <a:lnTo>
                    <a:pt x="2653713" y="1606245"/>
                  </a:lnTo>
                  <a:lnTo>
                    <a:pt x="2654462" y="1605495"/>
                  </a:lnTo>
                  <a:lnTo>
                    <a:pt x="2654462" y="1602498"/>
                  </a:lnTo>
                  <a:lnTo>
                    <a:pt x="2653713" y="1601749"/>
                  </a:lnTo>
                  <a:close/>
                </a:path>
                <a:path w="3239770" h="1606550">
                  <a:moveTo>
                    <a:pt x="2631208" y="1601749"/>
                  </a:moveTo>
                  <a:lnTo>
                    <a:pt x="2619220" y="1601749"/>
                  </a:lnTo>
                  <a:lnTo>
                    <a:pt x="2618470" y="1602498"/>
                  </a:lnTo>
                  <a:lnTo>
                    <a:pt x="2618470" y="1605495"/>
                  </a:lnTo>
                  <a:lnTo>
                    <a:pt x="2619220" y="1606245"/>
                  </a:lnTo>
                  <a:lnTo>
                    <a:pt x="2631208" y="1606245"/>
                  </a:lnTo>
                  <a:lnTo>
                    <a:pt x="2631970" y="1605495"/>
                  </a:lnTo>
                  <a:lnTo>
                    <a:pt x="2631970" y="1602498"/>
                  </a:lnTo>
                  <a:lnTo>
                    <a:pt x="2631208" y="1601749"/>
                  </a:lnTo>
                  <a:close/>
                </a:path>
                <a:path w="3239770" h="1606550">
                  <a:moveTo>
                    <a:pt x="2608717" y="1601749"/>
                  </a:moveTo>
                  <a:lnTo>
                    <a:pt x="2596715" y="1601749"/>
                  </a:lnTo>
                  <a:lnTo>
                    <a:pt x="2595966" y="1602498"/>
                  </a:lnTo>
                  <a:lnTo>
                    <a:pt x="2595966" y="1605495"/>
                  </a:lnTo>
                  <a:lnTo>
                    <a:pt x="2596715" y="1606245"/>
                  </a:lnTo>
                  <a:lnTo>
                    <a:pt x="2608717" y="1606245"/>
                  </a:lnTo>
                  <a:lnTo>
                    <a:pt x="2609466" y="1605495"/>
                  </a:lnTo>
                  <a:lnTo>
                    <a:pt x="2609466" y="1602498"/>
                  </a:lnTo>
                  <a:lnTo>
                    <a:pt x="2608717" y="1601749"/>
                  </a:lnTo>
                  <a:close/>
                </a:path>
                <a:path w="3239770" h="1606550">
                  <a:moveTo>
                    <a:pt x="2586225" y="1601749"/>
                  </a:moveTo>
                  <a:lnTo>
                    <a:pt x="2574224" y="1601749"/>
                  </a:lnTo>
                  <a:lnTo>
                    <a:pt x="2573474" y="1602498"/>
                  </a:lnTo>
                  <a:lnTo>
                    <a:pt x="2573474" y="1605495"/>
                  </a:lnTo>
                  <a:lnTo>
                    <a:pt x="2574224" y="1606245"/>
                  </a:lnTo>
                  <a:lnTo>
                    <a:pt x="2586225" y="1606245"/>
                  </a:lnTo>
                  <a:lnTo>
                    <a:pt x="2586974" y="1605495"/>
                  </a:lnTo>
                  <a:lnTo>
                    <a:pt x="2586974" y="1602498"/>
                  </a:lnTo>
                  <a:lnTo>
                    <a:pt x="2586225" y="1601749"/>
                  </a:lnTo>
                  <a:close/>
                </a:path>
                <a:path w="3239770" h="1606550">
                  <a:moveTo>
                    <a:pt x="2563721" y="1601749"/>
                  </a:moveTo>
                  <a:lnTo>
                    <a:pt x="2551732" y="1601749"/>
                  </a:lnTo>
                  <a:lnTo>
                    <a:pt x="2550983" y="1602498"/>
                  </a:lnTo>
                  <a:lnTo>
                    <a:pt x="2550983" y="1605495"/>
                  </a:lnTo>
                  <a:lnTo>
                    <a:pt x="2551732" y="1606245"/>
                  </a:lnTo>
                  <a:lnTo>
                    <a:pt x="2563721" y="1606245"/>
                  </a:lnTo>
                  <a:lnTo>
                    <a:pt x="2564470" y="1605495"/>
                  </a:lnTo>
                  <a:lnTo>
                    <a:pt x="2564470" y="1602498"/>
                  </a:lnTo>
                  <a:lnTo>
                    <a:pt x="2563721" y="1601749"/>
                  </a:lnTo>
                  <a:close/>
                </a:path>
                <a:path w="3239770" h="1606550">
                  <a:moveTo>
                    <a:pt x="2541229" y="1601749"/>
                  </a:moveTo>
                  <a:lnTo>
                    <a:pt x="2529227" y="1601749"/>
                  </a:lnTo>
                  <a:lnTo>
                    <a:pt x="2528478" y="1602498"/>
                  </a:lnTo>
                  <a:lnTo>
                    <a:pt x="2528478" y="1605495"/>
                  </a:lnTo>
                  <a:lnTo>
                    <a:pt x="2529227" y="1606245"/>
                  </a:lnTo>
                  <a:lnTo>
                    <a:pt x="2541229" y="1606245"/>
                  </a:lnTo>
                  <a:lnTo>
                    <a:pt x="2541978" y="1605495"/>
                  </a:lnTo>
                  <a:lnTo>
                    <a:pt x="2541978" y="1602498"/>
                  </a:lnTo>
                  <a:lnTo>
                    <a:pt x="2541229" y="1601749"/>
                  </a:lnTo>
                  <a:close/>
                </a:path>
                <a:path w="3239770" h="1606550">
                  <a:moveTo>
                    <a:pt x="2518737" y="1601749"/>
                  </a:moveTo>
                  <a:lnTo>
                    <a:pt x="2506736" y="1601749"/>
                  </a:lnTo>
                  <a:lnTo>
                    <a:pt x="2505986" y="1602498"/>
                  </a:lnTo>
                  <a:lnTo>
                    <a:pt x="2505986" y="1605495"/>
                  </a:lnTo>
                  <a:lnTo>
                    <a:pt x="2506736" y="1606245"/>
                  </a:lnTo>
                  <a:lnTo>
                    <a:pt x="2518737" y="1606245"/>
                  </a:lnTo>
                  <a:lnTo>
                    <a:pt x="2519487" y="1605495"/>
                  </a:lnTo>
                  <a:lnTo>
                    <a:pt x="2519487" y="1602498"/>
                  </a:lnTo>
                  <a:lnTo>
                    <a:pt x="2518737" y="1601749"/>
                  </a:lnTo>
                  <a:close/>
                </a:path>
                <a:path w="3239770" h="1606550">
                  <a:moveTo>
                    <a:pt x="2496233" y="1601749"/>
                  </a:moveTo>
                  <a:lnTo>
                    <a:pt x="2484244" y="1601749"/>
                  </a:lnTo>
                  <a:lnTo>
                    <a:pt x="2483482" y="1602498"/>
                  </a:lnTo>
                  <a:lnTo>
                    <a:pt x="2483482" y="1605495"/>
                  </a:lnTo>
                  <a:lnTo>
                    <a:pt x="2484244" y="1606245"/>
                  </a:lnTo>
                  <a:lnTo>
                    <a:pt x="2496233" y="1606245"/>
                  </a:lnTo>
                  <a:lnTo>
                    <a:pt x="2496982" y="1605495"/>
                  </a:lnTo>
                  <a:lnTo>
                    <a:pt x="2496982" y="1602498"/>
                  </a:lnTo>
                  <a:lnTo>
                    <a:pt x="2496233" y="1601749"/>
                  </a:lnTo>
                  <a:close/>
                </a:path>
                <a:path w="3239770" h="1606550">
                  <a:moveTo>
                    <a:pt x="2473741" y="1601749"/>
                  </a:moveTo>
                  <a:lnTo>
                    <a:pt x="2461740" y="1601749"/>
                  </a:lnTo>
                  <a:lnTo>
                    <a:pt x="2460990" y="1602498"/>
                  </a:lnTo>
                  <a:lnTo>
                    <a:pt x="2460990" y="1605495"/>
                  </a:lnTo>
                  <a:lnTo>
                    <a:pt x="2461740" y="1606245"/>
                  </a:lnTo>
                  <a:lnTo>
                    <a:pt x="2473741" y="1606245"/>
                  </a:lnTo>
                  <a:lnTo>
                    <a:pt x="2474490" y="1605495"/>
                  </a:lnTo>
                  <a:lnTo>
                    <a:pt x="2474490" y="1602498"/>
                  </a:lnTo>
                  <a:lnTo>
                    <a:pt x="2473741" y="1601749"/>
                  </a:lnTo>
                  <a:close/>
                </a:path>
                <a:path w="3239770" h="1606550">
                  <a:moveTo>
                    <a:pt x="2451249" y="1601749"/>
                  </a:moveTo>
                  <a:lnTo>
                    <a:pt x="2439248" y="1601749"/>
                  </a:lnTo>
                  <a:lnTo>
                    <a:pt x="2438499" y="1602498"/>
                  </a:lnTo>
                  <a:lnTo>
                    <a:pt x="2438499" y="1605495"/>
                  </a:lnTo>
                  <a:lnTo>
                    <a:pt x="2439248" y="1606245"/>
                  </a:lnTo>
                  <a:lnTo>
                    <a:pt x="2451249" y="1606245"/>
                  </a:lnTo>
                  <a:lnTo>
                    <a:pt x="2451999" y="1605495"/>
                  </a:lnTo>
                  <a:lnTo>
                    <a:pt x="2451999" y="1602498"/>
                  </a:lnTo>
                  <a:lnTo>
                    <a:pt x="2451249" y="1601749"/>
                  </a:lnTo>
                  <a:close/>
                </a:path>
                <a:path w="3239770" h="1606550">
                  <a:moveTo>
                    <a:pt x="2428745" y="1601749"/>
                  </a:moveTo>
                  <a:lnTo>
                    <a:pt x="2416744" y="1601749"/>
                  </a:lnTo>
                  <a:lnTo>
                    <a:pt x="2415994" y="1602498"/>
                  </a:lnTo>
                  <a:lnTo>
                    <a:pt x="2415994" y="1605495"/>
                  </a:lnTo>
                  <a:lnTo>
                    <a:pt x="2416744" y="1606245"/>
                  </a:lnTo>
                  <a:lnTo>
                    <a:pt x="2428745" y="1606245"/>
                  </a:lnTo>
                  <a:lnTo>
                    <a:pt x="2429494" y="1605495"/>
                  </a:lnTo>
                  <a:lnTo>
                    <a:pt x="2429494" y="1602498"/>
                  </a:lnTo>
                  <a:lnTo>
                    <a:pt x="2428745" y="1601749"/>
                  </a:lnTo>
                  <a:close/>
                </a:path>
                <a:path w="3239770" h="1606550">
                  <a:moveTo>
                    <a:pt x="2406253" y="1601749"/>
                  </a:moveTo>
                  <a:lnTo>
                    <a:pt x="2394252" y="1601749"/>
                  </a:lnTo>
                  <a:lnTo>
                    <a:pt x="2393503" y="1602498"/>
                  </a:lnTo>
                  <a:lnTo>
                    <a:pt x="2393503" y="1605495"/>
                  </a:lnTo>
                  <a:lnTo>
                    <a:pt x="2394252" y="1606245"/>
                  </a:lnTo>
                  <a:lnTo>
                    <a:pt x="2406253" y="1606245"/>
                  </a:lnTo>
                  <a:lnTo>
                    <a:pt x="2407003" y="1605495"/>
                  </a:lnTo>
                  <a:lnTo>
                    <a:pt x="2407003" y="1602498"/>
                  </a:lnTo>
                  <a:lnTo>
                    <a:pt x="2406253" y="1601749"/>
                  </a:lnTo>
                  <a:close/>
                </a:path>
                <a:path w="3239770" h="1606550">
                  <a:moveTo>
                    <a:pt x="2383749" y="1601749"/>
                  </a:moveTo>
                  <a:lnTo>
                    <a:pt x="2371760" y="1601749"/>
                  </a:lnTo>
                  <a:lnTo>
                    <a:pt x="2371011" y="1602498"/>
                  </a:lnTo>
                  <a:lnTo>
                    <a:pt x="2371011" y="1605495"/>
                  </a:lnTo>
                  <a:lnTo>
                    <a:pt x="2371760" y="1606245"/>
                  </a:lnTo>
                  <a:lnTo>
                    <a:pt x="2383749" y="1606245"/>
                  </a:lnTo>
                  <a:lnTo>
                    <a:pt x="2384498" y="1605495"/>
                  </a:lnTo>
                  <a:lnTo>
                    <a:pt x="2384498" y="1602498"/>
                  </a:lnTo>
                  <a:lnTo>
                    <a:pt x="2383749" y="1601749"/>
                  </a:lnTo>
                  <a:close/>
                </a:path>
                <a:path w="3239770" h="1606550">
                  <a:moveTo>
                    <a:pt x="2361257" y="1601749"/>
                  </a:moveTo>
                  <a:lnTo>
                    <a:pt x="2349256" y="1601749"/>
                  </a:lnTo>
                  <a:lnTo>
                    <a:pt x="2348506" y="1602498"/>
                  </a:lnTo>
                  <a:lnTo>
                    <a:pt x="2348506" y="1605495"/>
                  </a:lnTo>
                  <a:lnTo>
                    <a:pt x="2349256" y="1606245"/>
                  </a:lnTo>
                  <a:lnTo>
                    <a:pt x="2361257" y="1606245"/>
                  </a:lnTo>
                  <a:lnTo>
                    <a:pt x="2362007" y="1605495"/>
                  </a:lnTo>
                  <a:lnTo>
                    <a:pt x="2362007" y="1602498"/>
                  </a:lnTo>
                  <a:lnTo>
                    <a:pt x="2361257" y="1601749"/>
                  </a:lnTo>
                  <a:close/>
                </a:path>
                <a:path w="3239770" h="1606550">
                  <a:moveTo>
                    <a:pt x="2338766" y="1601749"/>
                  </a:moveTo>
                  <a:lnTo>
                    <a:pt x="2326764" y="1601749"/>
                  </a:lnTo>
                  <a:lnTo>
                    <a:pt x="2326015" y="1602498"/>
                  </a:lnTo>
                  <a:lnTo>
                    <a:pt x="2326015" y="1605495"/>
                  </a:lnTo>
                  <a:lnTo>
                    <a:pt x="2326764" y="1606245"/>
                  </a:lnTo>
                  <a:lnTo>
                    <a:pt x="2338766" y="1606245"/>
                  </a:lnTo>
                  <a:lnTo>
                    <a:pt x="2339515" y="1605495"/>
                  </a:lnTo>
                  <a:lnTo>
                    <a:pt x="2339515" y="1602498"/>
                  </a:lnTo>
                  <a:lnTo>
                    <a:pt x="2338766" y="1601749"/>
                  </a:lnTo>
                  <a:close/>
                </a:path>
                <a:path w="3239770" h="1606550">
                  <a:moveTo>
                    <a:pt x="2316261" y="1601749"/>
                  </a:moveTo>
                  <a:lnTo>
                    <a:pt x="2304272" y="1601749"/>
                  </a:lnTo>
                  <a:lnTo>
                    <a:pt x="2303510" y="1602498"/>
                  </a:lnTo>
                  <a:lnTo>
                    <a:pt x="2303510" y="1605495"/>
                  </a:lnTo>
                  <a:lnTo>
                    <a:pt x="2304272" y="1606245"/>
                  </a:lnTo>
                  <a:lnTo>
                    <a:pt x="2316261" y="1606245"/>
                  </a:lnTo>
                  <a:lnTo>
                    <a:pt x="2317010" y="1605495"/>
                  </a:lnTo>
                  <a:lnTo>
                    <a:pt x="2317010" y="1602498"/>
                  </a:lnTo>
                  <a:lnTo>
                    <a:pt x="2316261" y="1601749"/>
                  </a:lnTo>
                  <a:close/>
                </a:path>
                <a:path w="3239770" h="1606550">
                  <a:moveTo>
                    <a:pt x="2293769" y="1601749"/>
                  </a:moveTo>
                  <a:lnTo>
                    <a:pt x="2281768" y="1601749"/>
                  </a:lnTo>
                  <a:lnTo>
                    <a:pt x="2281019" y="1602498"/>
                  </a:lnTo>
                  <a:lnTo>
                    <a:pt x="2281019" y="1605495"/>
                  </a:lnTo>
                  <a:lnTo>
                    <a:pt x="2281768" y="1606245"/>
                  </a:lnTo>
                  <a:lnTo>
                    <a:pt x="2293769" y="1606245"/>
                  </a:lnTo>
                  <a:lnTo>
                    <a:pt x="2294519" y="1605495"/>
                  </a:lnTo>
                  <a:lnTo>
                    <a:pt x="2294519" y="1602498"/>
                  </a:lnTo>
                  <a:lnTo>
                    <a:pt x="2293769" y="1601749"/>
                  </a:lnTo>
                  <a:close/>
                </a:path>
                <a:path w="3239770" h="1606550">
                  <a:moveTo>
                    <a:pt x="2271265" y="1601749"/>
                  </a:moveTo>
                  <a:lnTo>
                    <a:pt x="2259276" y="1601749"/>
                  </a:lnTo>
                  <a:lnTo>
                    <a:pt x="2258527" y="1602498"/>
                  </a:lnTo>
                  <a:lnTo>
                    <a:pt x="2258527" y="1605495"/>
                  </a:lnTo>
                  <a:lnTo>
                    <a:pt x="2259276" y="1606245"/>
                  </a:lnTo>
                  <a:lnTo>
                    <a:pt x="2271265" y="1606245"/>
                  </a:lnTo>
                  <a:lnTo>
                    <a:pt x="2272014" y="1605495"/>
                  </a:lnTo>
                  <a:lnTo>
                    <a:pt x="2272014" y="1602498"/>
                  </a:lnTo>
                  <a:lnTo>
                    <a:pt x="2271265" y="1601749"/>
                  </a:lnTo>
                  <a:close/>
                </a:path>
                <a:path w="3239770" h="1606550">
                  <a:moveTo>
                    <a:pt x="2248773" y="1601749"/>
                  </a:moveTo>
                  <a:lnTo>
                    <a:pt x="2236772" y="1601749"/>
                  </a:lnTo>
                  <a:lnTo>
                    <a:pt x="2236023" y="1602498"/>
                  </a:lnTo>
                  <a:lnTo>
                    <a:pt x="2236023" y="1605495"/>
                  </a:lnTo>
                  <a:lnTo>
                    <a:pt x="2236772" y="1606245"/>
                  </a:lnTo>
                  <a:lnTo>
                    <a:pt x="2248773" y="1606245"/>
                  </a:lnTo>
                  <a:lnTo>
                    <a:pt x="2249523" y="1605495"/>
                  </a:lnTo>
                  <a:lnTo>
                    <a:pt x="2249523" y="1602498"/>
                  </a:lnTo>
                  <a:lnTo>
                    <a:pt x="2248773" y="1601749"/>
                  </a:lnTo>
                  <a:close/>
                </a:path>
                <a:path w="3239770" h="1606550">
                  <a:moveTo>
                    <a:pt x="2226269" y="1601749"/>
                  </a:moveTo>
                  <a:lnTo>
                    <a:pt x="2214280" y="1601749"/>
                  </a:lnTo>
                  <a:lnTo>
                    <a:pt x="2213531" y="1602498"/>
                  </a:lnTo>
                  <a:lnTo>
                    <a:pt x="2213531" y="1605495"/>
                  </a:lnTo>
                  <a:lnTo>
                    <a:pt x="2214280" y="1606245"/>
                  </a:lnTo>
                  <a:lnTo>
                    <a:pt x="2226269" y="1606245"/>
                  </a:lnTo>
                  <a:lnTo>
                    <a:pt x="2227018" y="1605495"/>
                  </a:lnTo>
                  <a:lnTo>
                    <a:pt x="2227018" y="1602498"/>
                  </a:lnTo>
                  <a:lnTo>
                    <a:pt x="2226269" y="1601749"/>
                  </a:lnTo>
                  <a:close/>
                </a:path>
                <a:path w="3239770" h="1606550">
                  <a:moveTo>
                    <a:pt x="2203777" y="1601749"/>
                  </a:moveTo>
                  <a:lnTo>
                    <a:pt x="2191776" y="1601749"/>
                  </a:lnTo>
                  <a:lnTo>
                    <a:pt x="2191026" y="1602498"/>
                  </a:lnTo>
                  <a:lnTo>
                    <a:pt x="2191026" y="1605495"/>
                  </a:lnTo>
                  <a:lnTo>
                    <a:pt x="2191776" y="1606245"/>
                  </a:lnTo>
                  <a:lnTo>
                    <a:pt x="2203777" y="1606245"/>
                  </a:lnTo>
                  <a:lnTo>
                    <a:pt x="2204527" y="1605495"/>
                  </a:lnTo>
                  <a:lnTo>
                    <a:pt x="2204527" y="1602498"/>
                  </a:lnTo>
                  <a:lnTo>
                    <a:pt x="2203777" y="1601749"/>
                  </a:lnTo>
                  <a:close/>
                </a:path>
                <a:path w="3239770" h="1606550">
                  <a:moveTo>
                    <a:pt x="2181286" y="1601749"/>
                  </a:moveTo>
                  <a:lnTo>
                    <a:pt x="2169284" y="1601749"/>
                  </a:lnTo>
                  <a:lnTo>
                    <a:pt x="2168535" y="1602498"/>
                  </a:lnTo>
                  <a:lnTo>
                    <a:pt x="2168535" y="1605495"/>
                  </a:lnTo>
                  <a:lnTo>
                    <a:pt x="2169284" y="1606245"/>
                  </a:lnTo>
                  <a:lnTo>
                    <a:pt x="2181286" y="1606245"/>
                  </a:lnTo>
                  <a:lnTo>
                    <a:pt x="2182035" y="1605495"/>
                  </a:lnTo>
                  <a:lnTo>
                    <a:pt x="2182035" y="1602498"/>
                  </a:lnTo>
                  <a:lnTo>
                    <a:pt x="2181286" y="1601749"/>
                  </a:lnTo>
                  <a:close/>
                </a:path>
                <a:path w="3239770" h="1606550">
                  <a:moveTo>
                    <a:pt x="2158781" y="1601749"/>
                  </a:moveTo>
                  <a:lnTo>
                    <a:pt x="2146792" y="1601749"/>
                  </a:lnTo>
                  <a:lnTo>
                    <a:pt x="2146043" y="1602498"/>
                  </a:lnTo>
                  <a:lnTo>
                    <a:pt x="2146043" y="1605495"/>
                  </a:lnTo>
                  <a:lnTo>
                    <a:pt x="2146792" y="1606245"/>
                  </a:lnTo>
                  <a:lnTo>
                    <a:pt x="2158781" y="1606245"/>
                  </a:lnTo>
                  <a:lnTo>
                    <a:pt x="2159530" y="1605495"/>
                  </a:lnTo>
                  <a:lnTo>
                    <a:pt x="2159530" y="1602498"/>
                  </a:lnTo>
                  <a:lnTo>
                    <a:pt x="2158781" y="1601749"/>
                  </a:lnTo>
                  <a:close/>
                </a:path>
                <a:path w="3239770" h="1606550">
                  <a:moveTo>
                    <a:pt x="2136289" y="1601749"/>
                  </a:moveTo>
                  <a:lnTo>
                    <a:pt x="2124288" y="1601749"/>
                  </a:lnTo>
                  <a:lnTo>
                    <a:pt x="2123539" y="1602498"/>
                  </a:lnTo>
                  <a:lnTo>
                    <a:pt x="2123539" y="1605495"/>
                  </a:lnTo>
                  <a:lnTo>
                    <a:pt x="2124288" y="1606245"/>
                  </a:lnTo>
                  <a:lnTo>
                    <a:pt x="2136289" y="1606245"/>
                  </a:lnTo>
                  <a:lnTo>
                    <a:pt x="2137039" y="1605495"/>
                  </a:lnTo>
                  <a:lnTo>
                    <a:pt x="2137039" y="1602498"/>
                  </a:lnTo>
                  <a:lnTo>
                    <a:pt x="2136289" y="1601749"/>
                  </a:lnTo>
                  <a:close/>
                </a:path>
                <a:path w="3239770" h="1606550">
                  <a:moveTo>
                    <a:pt x="2113798" y="1601749"/>
                  </a:moveTo>
                  <a:lnTo>
                    <a:pt x="2101796" y="1601749"/>
                  </a:lnTo>
                  <a:lnTo>
                    <a:pt x="2101047" y="1602498"/>
                  </a:lnTo>
                  <a:lnTo>
                    <a:pt x="2101047" y="1605495"/>
                  </a:lnTo>
                  <a:lnTo>
                    <a:pt x="2101796" y="1606245"/>
                  </a:lnTo>
                  <a:lnTo>
                    <a:pt x="2113798" y="1606245"/>
                  </a:lnTo>
                  <a:lnTo>
                    <a:pt x="2114547" y="1605495"/>
                  </a:lnTo>
                  <a:lnTo>
                    <a:pt x="2114547" y="1602498"/>
                  </a:lnTo>
                  <a:lnTo>
                    <a:pt x="2113798" y="1601749"/>
                  </a:lnTo>
                  <a:close/>
                </a:path>
                <a:path w="3239770" h="1606550">
                  <a:moveTo>
                    <a:pt x="2091293" y="1601749"/>
                  </a:moveTo>
                  <a:lnTo>
                    <a:pt x="2079292" y="1601749"/>
                  </a:lnTo>
                  <a:lnTo>
                    <a:pt x="2078543" y="1602498"/>
                  </a:lnTo>
                  <a:lnTo>
                    <a:pt x="2078543" y="1605495"/>
                  </a:lnTo>
                  <a:lnTo>
                    <a:pt x="2079292" y="1606245"/>
                  </a:lnTo>
                  <a:lnTo>
                    <a:pt x="2091293" y="1606245"/>
                  </a:lnTo>
                  <a:lnTo>
                    <a:pt x="2092043" y="1605495"/>
                  </a:lnTo>
                  <a:lnTo>
                    <a:pt x="2092043" y="1602498"/>
                  </a:lnTo>
                  <a:lnTo>
                    <a:pt x="2091293" y="1601749"/>
                  </a:lnTo>
                  <a:close/>
                </a:path>
                <a:path w="3239770" h="1606550">
                  <a:moveTo>
                    <a:pt x="2068802" y="1601749"/>
                  </a:moveTo>
                  <a:lnTo>
                    <a:pt x="2056800" y="1601749"/>
                  </a:lnTo>
                  <a:lnTo>
                    <a:pt x="2056051" y="1602498"/>
                  </a:lnTo>
                  <a:lnTo>
                    <a:pt x="2056051" y="1605495"/>
                  </a:lnTo>
                  <a:lnTo>
                    <a:pt x="2056800" y="1606245"/>
                  </a:lnTo>
                  <a:lnTo>
                    <a:pt x="2068802" y="1606245"/>
                  </a:lnTo>
                  <a:lnTo>
                    <a:pt x="2069551" y="1605495"/>
                  </a:lnTo>
                  <a:lnTo>
                    <a:pt x="2069551" y="1602498"/>
                  </a:lnTo>
                  <a:lnTo>
                    <a:pt x="2068802" y="1601749"/>
                  </a:lnTo>
                  <a:close/>
                </a:path>
                <a:path w="3239770" h="1606550">
                  <a:moveTo>
                    <a:pt x="2046297" y="1601749"/>
                  </a:moveTo>
                  <a:lnTo>
                    <a:pt x="2034308" y="1601749"/>
                  </a:lnTo>
                  <a:lnTo>
                    <a:pt x="2033559" y="1602498"/>
                  </a:lnTo>
                  <a:lnTo>
                    <a:pt x="2033559" y="1605495"/>
                  </a:lnTo>
                  <a:lnTo>
                    <a:pt x="2034308" y="1606245"/>
                  </a:lnTo>
                  <a:lnTo>
                    <a:pt x="2046297" y="1606245"/>
                  </a:lnTo>
                  <a:lnTo>
                    <a:pt x="2047047" y="1605495"/>
                  </a:lnTo>
                  <a:lnTo>
                    <a:pt x="2047047" y="1602498"/>
                  </a:lnTo>
                  <a:lnTo>
                    <a:pt x="2046297" y="1601749"/>
                  </a:lnTo>
                  <a:close/>
                </a:path>
                <a:path w="3239770" h="1606550">
                  <a:moveTo>
                    <a:pt x="2023806" y="1601749"/>
                  </a:moveTo>
                  <a:lnTo>
                    <a:pt x="2011804" y="1601749"/>
                  </a:lnTo>
                  <a:lnTo>
                    <a:pt x="2011055" y="1602498"/>
                  </a:lnTo>
                  <a:lnTo>
                    <a:pt x="2011055" y="1605495"/>
                  </a:lnTo>
                  <a:lnTo>
                    <a:pt x="2011804" y="1606245"/>
                  </a:lnTo>
                  <a:lnTo>
                    <a:pt x="2023806" y="1606245"/>
                  </a:lnTo>
                  <a:lnTo>
                    <a:pt x="2024555" y="1605495"/>
                  </a:lnTo>
                  <a:lnTo>
                    <a:pt x="2024555" y="1602498"/>
                  </a:lnTo>
                  <a:lnTo>
                    <a:pt x="2023806" y="1601749"/>
                  </a:lnTo>
                  <a:close/>
                </a:path>
                <a:path w="3239770" h="1606550">
                  <a:moveTo>
                    <a:pt x="2001314" y="1601749"/>
                  </a:moveTo>
                  <a:lnTo>
                    <a:pt x="1989312" y="1601749"/>
                  </a:lnTo>
                  <a:lnTo>
                    <a:pt x="1988563" y="1602498"/>
                  </a:lnTo>
                  <a:lnTo>
                    <a:pt x="1988563" y="1605495"/>
                  </a:lnTo>
                  <a:lnTo>
                    <a:pt x="1989312" y="1606245"/>
                  </a:lnTo>
                  <a:lnTo>
                    <a:pt x="2001314" y="1606245"/>
                  </a:lnTo>
                  <a:lnTo>
                    <a:pt x="2002063" y="1605495"/>
                  </a:lnTo>
                  <a:lnTo>
                    <a:pt x="2002063" y="1602498"/>
                  </a:lnTo>
                  <a:lnTo>
                    <a:pt x="2001314" y="1601749"/>
                  </a:lnTo>
                  <a:close/>
                </a:path>
                <a:path w="3239770" h="1606550">
                  <a:moveTo>
                    <a:pt x="1978809" y="1601749"/>
                  </a:moveTo>
                  <a:lnTo>
                    <a:pt x="1966821" y="1601749"/>
                  </a:lnTo>
                  <a:lnTo>
                    <a:pt x="1966059" y="1602498"/>
                  </a:lnTo>
                  <a:lnTo>
                    <a:pt x="1966059" y="1605495"/>
                  </a:lnTo>
                  <a:lnTo>
                    <a:pt x="1966821" y="1606245"/>
                  </a:lnTo>
                  <a:lnTo>
                    <a:pt x="1978809" y="1606245"/>
                  </a:lnTo>
                  <a:lnTo>
                    <a:pt x="1979559" y="1605495"/>
                  </a:lnTo>
                  <a:lnTo>
                    <a:pt x="1979559" y="1602498"/>
                  </a:lnTo>
                  <a:lnTo>
                    <a:pt x="1978809" y="1601749"/>
                  </a:lnTo>
                  <a:close/>
                </a:path>
                <a:path w="3239770" h="1606550">
                  <a:moveTo>
                    <a:pt x="1956318" y="1601749"/>
                  </a:moveTo>
                  <a:lnTo>
                    <a:pt x="1944316" y="1601749"/>
                  </a:lnTo>
                  <a:lnTo>
                    <a:pt x="1943567" y="1602498"/>
                  </a:lnTo>
                  <a:lnTo>
                    <a:pt x="1943567" y="1605495"/>
                  </a:lnTo>
                  <a:lnTo>
                    <a:pt x="1944316" y="1606245"/>
                  </a:lnTo>
                  <a:lnTo>
                    <a:pt x="1956318" y="1606245"/>
                  </a:lnTo>
                  <a:lnTo>
                    <a:pt x="1957067" y="1605495"/>
                  </a:lnTo>
                  <a:lnTo>
                    <a:pt x="1957067" y="1602498"/>
                  </a:lnTo>
                  <a:lnTo>
                    <a:pt x="1956318" y="1601749"/>
                  </a:lnTo>
                  <a:close/>
                </a:path>
                <a:path w="3239770" h="1606550">
                  <a:moveTo>
                    <a:pt x="1933826" y="1601749"/>
                  </a:moveTo>
                  <a:lnTo>
                    <a:pt x="1921825" y="1601749"/>
                  </a:lnTo>
                  <a:lnTo>
                    <a:pt x="1921075" y="1602498"/>
                  </a:lnTo>
                  <a:lnTo>
                    <a:pt x="1921075" y="1605495"/>
                  </a:lnTo>
                  <a:lnTo>
                    <a:pt x="1921825" y="1606245"/>
                  </a:lnTo>
                  <a:lnTo>
                    <a:pt x="1933826" y="1606245"/>
                  </a:lnTo>
                  <a:lnTo>
                    <a:pt x="1934575" y="1605495"/>
                  </a:lnTo>
                  <a:lnTo>
                    <a:pt x="1934575" y="1602498"/>
                  </a:lnTo>
                  <a:lnTo>
                    <a:pt x="1933826" y="1601749"/>
                  </a:lnTo>
                  <a:close/>
                </a:path>
                <a:path w="3239770" h="1606550">
                  <a:moveTo>
                    <a:pt x="1911322" y="1601749"/>
                  </a:moveTo>
                  <a:lnTo>
                    <a:pt x="1899320" y="1601749"/>
                  </a:lnTo>
                  <a:lnTo>
                    <a:pt x="1898571" y="1602498"/>
                  </a:lnTo>
                  <a:lnTo>
                    <a:pt x="1898571" y="1605495"/>
                  </a:lnTo>
                  <a:lnTo>
                    <a:pt x="1899320" y="1606245"/>
                  </a:lnTo>
                  <a:lnTo>
                    <a:pt x="1911322" y="1606245"/>
                  </a:lnTo>
                  <a:lnTo>
                    <a:pt x="1912071" y="1605495"/>
                  </a:lnTo>
                  <a:lnTo>
                    <a:pt x="1912071" y="1602498"/>
                  </a:lnTo>
                  <a:lnTo>
                    <a:pt x="1911322" y="1601749"/>
                  </a:lnTo>
                  <a:close/>
                </a:path>
                <a:path w="3239770" h="1606550">
                  <a:moveTo>
                    <a:pt x="1888830" y="1601749"/>
                  </a:moveTo>
                  <a:lnTo>
                    <a:pt x="1876828" y="1601749"/>
                  </a:lnTo>
                  <a:lnTo>
                    <a:pt x="1876079" y="1602498"/>
                  </a:lnTo>
                  <a:lnTo>
                    <a:pt x="1876079" y="1605495"/>
                  </a:lnTo>
                  <a:lnTo>
                    <a:pt x="1876828" y="1606245"/>
                  </a:lnTo>
                  <a:lnTo>
                    <a:pt x="1888830" y="1606245"/>
                  </a:lnTo>
                  <a:lnTo>
                    <a:pt x="1889579" y="1605495"/>
                  </a:lnTo>
                  <a:lnTo>
                    <a:pt x="1889579" y="1602498"/>
                  </a:lnTo>
                  <a:lnTo>
                    <a:pt x="1888830" y="1601749"/>
                  </a:lnTo>
                  <a:close/>
                </a:path>
                <a:path w="3239770" h="1606550">
                  <a:moveTo>
                    <a:pt x="1866326" y="1601749"/>
                  </a:moveTo>
                  <a:lnTo>
                    <a:pt x="1854337" y="1601749"/>
                  </a:lnTo>
                  <a:lnTo>
                    <a:pt x="1853587" y="1602498"/>
                  </a:lnTo>
                  <a:lnTo>
                    <a:pt x="1853587" y="1605495"/>
                  </a:lnTo>
                  <a:lnTo>
                    <a:pt x="1854337" y="1606245"/>
                  </a:lnTo>
                  <a:lnTo>
                    <a:pt x="1866326" y="1606245"/>
                  </a:lnTo>
                  <a:lnTo>
                    <a:pt x="1867088" y="1605495"/>
                  </a:lnTo>
                  <a:lnTo>
                    <a:pt x="1867088" y="1602498"/>
                  </a:lnTo>
                  <a:lnTo>
                    <a:pt x="1866326" y="1601749"/>
                  </a:lnTo>
                  <a:close/>
                </a:path>
                <a:path w="3239770" h="1606550">
                  <a:moveTo>
                    <a:pt x="1843834" y="1601749"/>
                  </a:moveTo>
                  <a:lnTo>
                    <a:pt x="1831832" y="1601749"/>
                  </a:lnTo>
                  <a:lnTo>
                    <a:pt x="1831083" y="1602498"/>
                  </a:lnTo>
                  <a:lnTo>
                    <a:pt x="1831083" y="1605495"/>
                  </a:lnTo>
                  <a:lnTo>
                    <a:pt x="1831832" y="1606245"/>
                  </a:lnTo>
                  <a:lnTo>
                    <a:pt x="1843834" y="1606245"/>
                  </a:lnTo>
                  <a:lnTo>
                    <a:pt x="1844583" y="1605495"/>
                  </a:lnTo>
                  <a:lnTo>
                    <a:pt x="1844583" y="1602498"/>
                  </a:lnTo>
                  <a:lnTo>
                    <a:pt x="1843834" y="1601749"/>
                  </a:lnTo>
                  <a:close/>
                </a:path>
                <a:path w="3239770" h="1606550">
                  <a:moveTo>
                    <a:pt x="1821342" y="1601749"/>
                  </a:moveTo>
                  <a:lnTo>
                    <a:pt x="1809341" y="1601749"/>
                  </a:lnTo>
                  <a:lnTo>
                    <a:pt x="1808591" y="1602498"/>
                  </a:lnTo>
                  <a:lnTo>
                    <a:pt x="1808591" y="1605495"/>
                  </a:lnTo>
                  <a:lnTo>
                    <a:pt x="1809341" y="1606245"/>
                  </a:lnTo>
                  <a:lnTo>
                    <a:pt x="1821342" y="1606245"/>
                  </a:lnTo>
                  <a:lnTo>
                    <a:pt x="1822091" y="1605495"/>
                  </a:lnTo>
                  <a:lnTo>
                    <a:pt x="1822091" y="1602498"/>
                  </a:lnTo>
                  <a:lnTo>
                    <a:pt x="1821342" y="1601749"/>
                  </a:lnTo>
                  <a:close/>
                </a:path>
                <a:path w="3239770" h="1606550">
                  <a:moveTo>
                    <a:pt x="1798838" y="1601749"/>
                  </a:moveTo>
                  <a:lnTo>
                    <a:pt x="1786849" y="1601749"/>
                  </a:lnTo>
                  <a:lnTo>
                    <a:pt x="1786100" y="1602498"/>
                  </a:lnTo>
                  <a:lnTo>
                    <a:pt x="1786100" y="1605495"/>
                  </a:lnTo>
                  <a:lnTo>
                    <a:pt x="1786849" y="1606245"/>
                  </a:lnTo>
                  <a:lnTo>
                    <a:pt x="1798838" y="1606245"/>
                  </a:lnTo>
                  <a:lnTo>
                    <a:pt x="1799587" y="1605495"/>
                  </a:lnTo>
                  <a:lnTo>
                    <a:pt x="1799587" y="1602498"/>
                  </a:lnTo>
                  <a:lnTo>
                    <a:pt x="1798838" y="1601749"/>
                  </a:lnTo>
                  <a:close/>
                </a:path>
                <a:path w="3239770" h="1606550">
                  <a:moveTo>
                    <a:pt x="1776346" y="1601749"/>
                  </a:moveTo>
                  <a:lnTo>
                    <a:pt x="1764345" y="1601749"/>
                  </a:lnTo>
                  <a:lnTo>
                    <a:pt x="1763595" y="1602498"/>
                  </a:lnTo>
                  <a:lnTo>
                    <a:pt x="1763595" y="1605495"/>
                  </a:lnTo>
                  <a:lnTo>
                    <a:pt x="1764345" y="1606245"/>
                  </a:lnTo>
                  <a:lnTo>
                    <a:pt x="1776346" y="1606245"/>
                  </a:lnTo>
                  <a:lnTo>
                    <a:pt x="1777095" y="1605495"/>
                  </a:lnTo>
                  <a:lnTo>
                    <a:pt x="1777095" y="1602498"/>
                  </a:lnTo>
                  <a:lnTo>
                    <a:pt x="1776346" y="1601749"/>
                  </a:lnTo>
                  <a:close/>
                </a:path>
                <a:path w="3239770" h="1606550">
                  <a:moveTo>
                    <a:pt x="1753854" y="1601749"/>
                  </a:moveTo>
                  <a:lnTo>
                    <a:pt x="1741853" y="1601749"/>
                  </a:lnTo>
                  <a:lnTo>
                    <a:pt x="1741104" y="1602498"/>
                  </a:lnTo>
                  <a:lnTo>
                    <a:pt x="1741104" y="1605495"/>
                  </a:lnTo>
                  <a:lnTo>
                    <a:pt x="1741853" y="1606245"/>
                  </a:lnTo>
                  <a:lnTo>
                    <a:pt x="1753854" y="1606245"/>
                  </a:lnTo>
                  <a:lnTo>
                    <a:pt x="1754604" y="1605495"/>
                  </a:lnTo>
                  <a:lnTo>
                    <a:pt x="1754604" y="1602498"/>
                  </a:lnTo>
                  <a:lnTo>
                    <a:pt x="1753854" y="1601749"/>
                  </a:lnTo>
                  <a:close/>
                </a:path>
                <a:path w="3239770" h="1606550">
                  <a:moveTo>
                    <a:pt x="1731350" y="1601749"/>
                  </a:moveTo>
                  <a:lnTo>
                    <a:pt x="1719348" y="1601749"/>
                  </a:lnTo>
                  <a:lnTo>
                    <a:pt x="1718599" y="1602498"/>
                  </a:lnTo>
                  <a:lnTo>
                    <a:pt x="1718599" y="1605495"/>
                  </a:lnTo>
                  <a:lnTo>
                    <a:pt x="1719348" y="1606245"/>
                  </a:lnTo>
                  <a:lnTo>
                    <a:pt x="1731350" y="1606245"/>
                  </a:lnTo>
                  <a:lnTo>
                    <a:pt x="1732099" y="1605495"/>
                  </a:lnTo>
                  <a:lnTo>
                    <a:pt x="1732099" y="1602498"/>
                  </a:lnTo>
                  <a:lnTo>
                    <a:pt x="1731350" y="1601749"/>
                  </a:lnTo>
                  <a:close/>
                </a:path>
                <a:path w="3239770" h="1606550">
                  <a:moveTo>
                    <a:pt x="1708858" y="1601749"/>
                  </a:moveTo>
                  <a:lnTo>
                    <a:pt x="1696857" y="1601749"/>
                  </a:lnTo>
                  <a:lnTo>
                    <a:pt x="1696107" y="1602498"/>
                  </a:lnTo>
                  <a:lnTo>
                    <a:pt x="1696107" y="1605495"/>
                  </a:lnTo>
                  <a:lnTo>
                    <a:pt x="1696857" y="1606245"/>
                  </a:lnTo>
                  <a:lnTo>
                    <a:pt x="1708858" y="1606245"/>
                  </a:lnTo>
                  <a:lnTo>
                    <a:pt x="1709608" y="1605495"/>
                  </a:lnTo>
                  <a:lnTo>
                    <a:pt x="1709608" y="1602498"/>
                  </a:lnTo>
                  <a:lnTo>
                    <a:pt x="1708858" y="1601749"/>
                  </a:lnTo>
                  <a:close/>
                </a:path>
                <a:path w="3239770" h="1606550">
                  <a:moveTo>
                    <a:pt x="1686367" y="1601749"/>
                  </a:moveTo>
                  <a:lnTo>
                    <a:pt x="1674365" y="1601749"/>
                  </a:lnTo>
                  <a:lnTo>
                    <a:pt x="1673616" y="1602498"/>
                  </a:lnTo>
                  <a:lnTo>
                    <a:pt x="1673616" y="1605495"/>
                  </a:lnTo>
                  <a:lnTo>
                    <a:pt x="1674365" y="1606245"/>
                  </a:lnTo>
                  <a:lnTo>
                    <a:pt x="1686367" y="1606245"/>
                  </a:lnTo>
                  <a:lnTo>
                    <a:pt x="1687116" y="1605495"/>
                  </a:lnTo>
                  <a:lnTo>
                    <a:pt x="1687116" y="1602498"/>
                  </a:lnTo>
                  <a:lnTo>
                    <a:pt x="1686367" y="1601749"/>
                  </a:lnTo>
                  <a:close/>
                </a:path>
                <a:path w="3239770" h="1606550">
                  <a:moveTo>
                    <a:pt x="1663862" y="1601749"/>
                  </a:moveTo>
                  <a:lnTo>
                    <a:pt x="1651861" y="1601749"/>
                  </a:lnTo>
                  <a:lnTo>
                    <a:pt x="1651111" y="1602498"/>
                  </a:lnTo>
                  <a:lnTo>
                    <a:pt x="1651111" y="1605495"/>
                  </a:lnTo>
                  <a:lnTo>
                    <a:pt x="1651861" y="1606245"/>
                  </a:lnTo>
                  <a:lnTo>
                    <a:pt x="1663862" y="1606245"/>
                  </a:lnTo>
                  <a:lnTo>
                    <a:pt x="1664611" y="1605495"/>
                  </a:lnTo>
                  <a:lnTo>
                    <a:pt x="1664611" y="1602498"/>
                  </a:lnTo>
                  <a:lnTo>
                    <a:pt x="1663862" y="1601749"/>
                  </a:lnTo>
                  <a:close/>
                </a:path>
                <a:path w="3239770" h="1606550">
                  <a:moveTo>
                    <a:pt x="1641370" y="1601749"/>
                  </a:moveTo>
                  <a:lnTo>
                    <a:pt x="1629369" y="1601749"/>
                  </a:lnTo>
                  <a:lnTo>
                    <a:pt x="1628620" y="1602498"/>
                  </a:lnTo>
                  <a:lnTo>
                    <a:pt x="1628620" y="1605495"/>
                  </a:lnTo>
                  <a:lnTo>
                    <a:pt x="1629369" y="1606245"/>
                  </a:lnTo>
                  <a:lnTo>
                    <a:pt x="1641370" y="1606245"/>
                  </a:lnTo>
                  <a:lnTo>
                    <a:pt x="1642120" y="1605495"/>
                  </a:lnTo>
                  <a:lnTo>
                    <a:pt x="1642120" y="1602498"/>
                  </a:lnTo>
                  <a:lnTo>
                    <a:pt x="1641370" y="1601749"/>
                  </a:lnTo>
                  <a:close/>
                </a:path>
                <a:path w="3239770" h="1606550">
                  <a:moveTo>
                    <a:pt x="1618866" y="1601749"/>
                  </a:moveTo>
                  <a:lnTo>
                    <a:pt x="1606877" y="1601749"/>
                  </a:lnTo>
                  <a:lnTo>
                    <a:pt x="1606128" y="1602498"/>
                  </a:lnTo>
                  <a:lnTo>
                    <a:pt x="1606128" y="1605495"/>
                  </a:lnTo>
                  <a:lnTo>
                    <a:pt x="1606877" y="1606245"/>
                  </a:lnTo>
                  <a:lnTo>
                    <a:pt x="1618866" y="1606245"/>
                  </a:lnTo>
                  <a:lnTo>
                    <a:pt x="1619615" y="1605495"/>
                  </a:lnTo>
                  <a:lnTo>
                    <a:pt x="1619615" y="1602498"/>
                  </a:lnTo>
                  <a:lnTo>
                    <a:pt x="1618866" y="1601749"/>
                  </a:lnTo>
                  <a:close/>
                </a:path>
                <a:path w="3239770" h="1606550">
                  <a:moveTo>
                    <a:pt x="1596374" y="1601749"/>
                  </a:moveTo>
                  <a:lnTo>
                    <a:pt x="1584373" y="1601749"/>
                  </a:lnTo>
                  <a:lnTo>
                    <a:pt x="1583624" y="1602498"/>
                  </a:lnTo>
                  <a:lnTo>
                    <a:pt x="1583624" y="1605495"/>
                  </a:lnTo>
                  <a:lnTo>
                    <a:pt x="1584373" y="1606245"/>
                  </a:lnTo>
                  <a:lnTo>
                    <a:pt x="1596374" y="1606245"/>
                  </a:lnTo>
                  <a:lnTo>
                    <a:pt x="1597124" y="1605495"/>
                  </a:lnTo>
                  <a:lnTo>
                    <a:pt x="1597124" y="1602498"/>
                  </a:lnTo>
                  <a:lnTo>
                    <a:pt x="1596374" y="1601749"/>
                  </a:lnTo>
                  <a:close/>
                </a:path>
                <a:path w="3239770" h="1606550">
                  <a:moveTo>
                    <a:pt x="1573883" y="1601749"/>
                  </a:moveTo>
                  <a:lnTo>
                    <a:pt x="1561881" y="1601749"/>
                  </a:lnTo>
                  <a:lnTo>
                    <a:pt x="1561132" y="1602498"/>
                  </a:lnTo>
                  <a:lnTo>
                    <a:pt x="1561132" y="1605495"/>
                  </a:lnTo>
                  <a:lnTo>
                    <a:pt x="1561881" y="1606245"/>
                  </a:lnTo>
                  <a:lnTo>
                    <a:pt x="1573883" y="1606245"/>
                  </a:lnTo>
                  <a:lnTo>
                    <a:pt x="1574632" y="1605495"/>
                  </a:lnTo>
                  <a:lnTo>
                    <a:pt x="1574632" y="1602498"/>
                  </a:lnTo>
                  <a:lnTo>
                    <a:pt x="1573883" y="1601749"/>
                  </a:lnTo>
                  <a:close/>
                </a:path>
                <a:path w="3239770" h="1606550">
                  <a:moveTo>
                    <a:pt x="1551378" y="1601749"/>
                  </a:moveTo>
                  <a:lnTo>
                    <a:pt x="1539389" y="1601749"/>
                  </a:lnTo>
                  <a:lnTo>
                    <a:pt x="1538627" y="1602498"/>
                  </a:lnTo>
                  <a:lnTo>
                    <a:pt x="1538627" y="1605495"/>
                  </a:lnTo>
                  <a:lnTo>
                    <a:pt x="1539389" y="1606245"/>
                  </a:lnTo>
                  <a:lnTo>
                    <a:pt x="1551378" y="1606245"/>
                  </a:lnTo>
                  <a:lnTo>
                    <a:pt x="1552128" y="1605495"/>
                  </a:lnTo>
                  <a:lnTo>
                    <a:pt x="1552128" y="1602498"/>
                  </a:lnTo>
                  <a:lnTo>
                    <a:pt x="1551378" y="1601749"/>
                  </a:lnTo>
                  <a:close/>
                </a:path>
                <a:path w="3239770" h="1606550">
                  <a:moveTo>
                    <a:pt x="1528887" y="1601749"/>
                  </a:moveTo>
                  <a:lnTo>
                    <a:pt x="1516885" y="1601749"/>
                  </a:lnTo>
                  <a:lnTo>
                    <a:pt x="1516136" y="1602498"/>
                  </a:lnTo>
                  <a:lnTo>
                    <a:pt x="1516136" y="1605495"/>
                  </a:lnTo>
                  <a:lnTo>
                    <a:pt x="1516885" y="1606245"/>
                  </a:lnTo>
                  <a:lnTo>
                    <a:pt x="1528887" y="1606245"/>
                  </a:lnTo>
                  <a:lnTo>
                    <a:pt x="1529636" y="1605495"/>
                  </a:lnTo>
                  <a:lnTo>
                    <a:pt x="1529636" y="1602498"/>
                  </a:lnTo>
                  <a:lnTo>
                    <a:pt x="1528887" y="1601749"/>
                  </a:lnTo>
                  <a:close/>
                </a:path>
                <a:path w="3239770" h="1606550">
                  <a:moveTo>
                    <a:pt x="1506395" y="1601749"/>
                  </a:moveTo>
                  <a:lnTo>
                    <a:pt x="1494393" y="1601749"/>
                  </a:lnTo>
                  <a:lnTo>
                    <a:pt x="1493644" y="1602498"/>
                  </a:lnTo>
                  <a:lnTo>
                    <a:pt x="1493644" y="1605495"/>
                  </a:lnTo>
                  <a:lnTo>
                    <a:pt x="1494393" y="1606245"/>
                  </a:lnTo>
                  <a:lnTo>
                    <a:pt x="1506395" y="1606245"/>
                  </a:lnTo>
                  <a:lnTo>
                    <a:pt x="1507131" y="1605495"/>
                  </a:lnTo>
                  <a:lnTo>
                    <a:pt x="1507131" y="1602498"/>
                  </a:lnTo>
                  <a:lnTo>
                    <a:pt x="1506395" y="1601749"/>
                  </a:lnTo>
                  <a:close/>
                </a:path>
                <a:path w="3239770" h="1606550">
                  <a:moveTo>
                    <a:pt x="1483890" y="1601749"/>
                  </a:moveTo>
                  <a:lnTo>
                    <a:pt x="1471889" y="1601749"/>
                  </a:lnTo>
                  <a:lnTo>
                    <a:pt x="1471140" y="1602498"/>
                  </a:lnTo>
                  <a:lnTo>
                    <a:pt x="1471140" y="1605495"/>
                  </a:lnTo>
                  <a:lnTo>
                    <a:pt x="1471889" y="1606245"/>
                  </a:lnTo>
                  <a:lnTo>
                    <a:pt x="1483890" y="1606245"/>
                  </a:lnTo>
                  <a:lnTo>
                    <a:pt x="1484640" y="1605495"/>
                  </a:lnTo>
                  <a:lnTo>
                    <a:pt x="1484640" y="1602498"/>
                  </a:lnTo>
                  <a:lnTo>
                    <a:pt x="1483890" y="1601749"/>
                  </a:lnTo>
                  <a:close/>
                </a:path>
                <a:path w="3239770" h="1606550">
                  <a:moveTo>
                    <a:pt x="1461399" y="1601749"/>
                  </a:moveTo>
                  <a:lnTo>
                    <a:pt x="1449397" y="1601749"/>
                  </a:lnTo>
                  <a:lnTo>
                    <a:pt x="1448648" y="1602498"/>
                  </a:lnTo>
                  <a:lnTo>
                    <a:pt x="1448648" y="1605495"/>
                  </a:lnTo>
                  <a:lnTo>
                    <a:pt x="1449397" y="1606245"/>
                  </a:lnTo>
                  <a:lnTo>
                    <a:pt x="1461399" y="1606245"/>
                  </a:lnTo>
                  <a:lnTo>
                    <a:pt x="1462148" y="1605495"/>
                  </a:lnTo>
                  <a:lnTo>
                    <a:pt x="1462148" y="1602498"/>
                  </a:lnTo>
                  <a:lnTo>
                    <a:pt x="1461399" y="1601749"/>
                  </a:lnTo>
                  <a:close/>
                </a:path>
                <a:path w="3239770" h="1606550">
                  <a:moveTo>
                    <a:pt x="1438894" y="1601749"/>
                  </a:moveTo>
                  <a:lnTo>
                    <a:pt x="1426906" y="1601749"/>
                  </a:lnTo>
                  <a:lnTo>
                    <a:pt x="1426156" y="1602498"/>
                  </a:lnTo>
                  <a:lnTo>
                    <a:pt x="1426156" y="1605495"/>
                  </a:lnTo>
                  <a:lnTo>
                    <a:pt x="1426906" y="1606245"/>
                  </a:lnTo>
                  <a:lnTo>
                    <a:pt x="1438894" y="1606245"/>
                  </a:lnTo>
                  <a:lnTo>
                    <a:pt x="1439644" y="1605495"/>
                  </a:lnTo>
                  <a:lnTo>
                    <a:pt x="1439644" y="1602498"/>
                  </a:lnTo>
                  <a:lnTo>
                    <a:pt x="1438894" y="1601749"/>
                  </a:lnTo>
                  <a:close/>
                </a:path>
                <a:path w="3239770" h="1606550">
                  <a:moveTo>
                    <a:pt x="1416403" y="1601749"/>
                  </a:moveTo>
                  <a:lnTo>
                    <a:pt x="1404401" y="1601749"/>
                  </a:lnTo>
                  <a:lnTo>
                    <a:pt x="1403652" y="1602498"/>
                  </a:lnTo>
                  <a:lnTo>
                    <a:pt x="1403652" y="1605495"/>
                  </a:lnTo>
                  <a:lnTo>
                    <a:pt x="1404401" y="1606245"/>
                  </a:lnTo>
                  <a:lnTo>
                    <a:pt x="1416403" y="1606245"/>
                  </a:lnTo>
                  <a:lnTo>
                    <a:pt x="1417152" y="1605495"/>
                  </a:lnTo>
                  <a:lnTo>
                    <a:pt x="1417152" y="1602498"/>
                  </a:lnTo>
                  <a:lnTo>
                    <a:pt x="1416403" y="1601749"/>
                  </a:lnTo>
                  <a:close/>
                </a:path>
                <a:path w="3239770" h="1606550">
                  <a:moveTo>
                    <a:pt x="1393898" y="1601749"/>
                  </a:moveTo>
                  <a:lnTo>
                    <a:pt x="1381909" y="1601749"/>
                  </a:lnTo>
                  <a:lnTo>
                    <a:pt x="1381160" y="1602498"/>
                  </a:lnTo>
                  <a:lnTo>
                    <a:pt x="1381160" y="1605495"/>
                  </a:lnTo>
                  <a:lnTo>
                    <a:pt x="1381909" y="1606245"/>
                  </a:lnTo>
                  <a:lnTo>
                    <a:pt x="1393898" y="1606245"/>
                  </a:lnTo>
                  <a:lnTo>
                    <a:pt x="1394648" y="1605495"/>
                  </a:lnTo>
                  <a:lnTo>
                    <a:pt x="1394648" y="1602498"/>
                  </a:lnTo>
                  <a:lnTo>
                    <a:pt x="1393898" y="1601749"/>
                  </a:lnTo>
                  <a:close/>
                </a:path>
                <a:path w="3239770" h="1606550">
                  <a:moveTo>
                    <a:pt x="1371407" y="1601749"/>
                  </a:moveTo>
                  <a:lnTo>
                    <a:pt x="1359405" y="1601749"/>
                  </a:lnTo>
                  <a:lnTo>
                    <a:pt x="1358656" y="1602498"/>
                  </a:lnTo>
                  <a:lnTo>
                    <a:pt x="1358656" y="1605495"/>
                  </a:lnTo>
                  <a:lnTo>
                    <a:pt x="1359405" y="1606245"/>
                  </a:lnTo>
                  <a:lnTo>
                    <a:pt x="1371407" y="1606245"/>
                  </a:lnTo>
                  <a:lnTo>
                    <a:pt x="1372156" y="1605495"/>
                  </a:lnTo>
                  <a:lnTo>
                    <a:pt x="1372156" y="1602498"/>
                  </a:lnTo>
                  <a:lnTo>
                    <a:pt x="1371407" y="1601749"/>
                  </a:lnTo>
                  <a:close/>
                </a:path>
                <a:path w="3239770" h="1606550">
                  <a:moveTo>
                    <a:pt x="1348915" y="1601749"/>
                  </a:moveTo>
                  <a:lnTo>
                    <a:pt x="1336913" y="1601749"/>
                  </a:lnTo>
                  <a:lnTo>
                    <a:pt x="1336164" y="1602498"/>
                  </a:lnTo>
                  <a:lnTo>
                    <a:pt x="1336164" y="1605495"/>
                  </a:lnTo>
                  <a:lnTo>
                    <a:pt x="1336913" y="1606245"/>
                  </a:lnTo>
                  <a:lnTo>
                    <a:pt x="1348915" y="1606245"/>
                  </a:lnTo>
                  <a:lnTo>
                    <a:pt x="1349664" y="1605495"/>
                  </a:lnTo>
                  <a:lnTo>
                    <a:pt x="1349664" y="1602498"/>
                  </a:lnTo>
                  <a:lnTo>
                    <a:pt x="1348915" y="1601749"/>
                  </a:lnTo>
                  <a:close/>
                </a:path>
                <a:path w="3239770" h="1606550">
                  <a:moveTo>
                    <a:pt x="1326410" y="1601749"/>
                  </a:moveTo>
                  <a:lnTo>
                    <a:pt x="1314409" y="1601749"/>
                  </a:lnTo>
                  <a:lnTo>
                    <a:pt x="1313672" y="1602498"/>
                  </a:lnTo>
                  <a:lnTo>
                    <a:pt x="1313672" y="1605495"/>
                  </a:lnTo>
                  <a:lnTo>
                    <a:pt x="1314409" y="1606245"/>
                  </a:lnTo>
                  <a:lnTo>
                    <a:pt x="1326410" y="1606245"/>
                  </a:lnTo>
                  <a:lnTo>
                    <a:pt x="1327160" y="1605495"/>
                  </a:lnTo>
                  <a:lnTo>
                    <a:pt x="1327160" y="1602498"/>
                  </a:lnTo>
                  <a:lnTo>
                    <a:pt x="1326410" y="1601749"/>
                  </a:lnTo>
                  <a:close/>
                </a:path>
                <a:path w="3239770" h="1606550">
                  <a:moveTo>
                    <a:pt x="1303919" y="1601749"/>
                  </a:moveTo>
                  <a:lnTo>
                    <a:pt x="1291917" y="1601749"/>
                  </a:lnTo>
                  <a:lnTo>
                    <a:pt x="1291168" y="1602498"/>
                  </a:lnTo>
                  <a:lnTo>
                    <a:pt x="1291168" y="1605495"/>
                  </a:lnTo>
                  <a:lnTo>
                    <a:pt x="1291917" y="1606245"/>
                  </a:lnTo>
                  <a:lnTo>
                    <a:pt x="1303919" y="1606245"/>
                  </a:lnTo>
                  <a:lnTo>
                    <a:pt x="1304668" y="1605495"/>
                  </a:lnTo>
                  <a:lnTo>
                    <a:pt x="1304668" y="1602498"/>
                  </a:lnTo>
                  <a:lnTo>
                    <a:pt x="1303919" y="1601749"/>
                  </a:lnTo>
                  <a:close/>
                </a:path>
                <a:path w="3239770" h="1606550">
                  <a:moveTo>
                    <a:pt x="1281414" y="1601749"/>
                  </a:moveTo>
                  <a:lnTo>
                    <a:pt x="1269425" y="1601749"/>
                  </a:lnTo>
                  <a:lnTo>
                    <a:pt x="1268676" y="1602498"/>
                  </a:lnTo>
                  <a:lnTo>
                    <a:pt x="1268676" y="1605495"/>
                  </a:lnTo>
                  <a:lnTo>
                    <a:pt x="1269425" y="1606245"/>
                  </a:lnTo>
                  <a:lnTo>
                    <a:pt x="1281414" y="1606245"/>
                  </a:lnTo>
                  <a:lnTo>
                    <a:pt x="1282164" y="1605495"/>
                  </a:lnTo>
                  <a:lnTo>
                    <a:pt x="1282164" y="1602498"/>
                  </a:lnTo>
                  <a:lnTo>
                    <a:pt x="1281414" y="1601749"/>
                  </a:lnTo>
                  <a:close/>
                </a:path>
                <a:path w="3239770" h="1606550">
                  <a:moveTo>
                    <a:pt x="1258923" y="1601749"/>
                  </a:moveTo>
                  <a:lnTo>
                    <a:pt x="1246921" y="1601749"/>
                  </a:lnTo>
                  <a:lnTo>
                    <a:pt x="1246172" y="1602498"/>
                  </a:lnTo>
                  <a:lnTo>
                    <a:pt x="1246172" y="1605495"/>
                  </a:lnTo>
                  <a:lnTo>
                    <a:pt x="1246921" y="1606245"/>
                  </a:lnTo>
                  <a:lnTo>
                    <a:pt x="1258923" y="1606245"/>
                  </a:lnTo>
                  <a:lnTo>
                    <a:pt x="1259672" y="1605495"/>
                  </a:lnTo>
                  <a:lnTo>
                    <a:pt x="1259672" y="1602498"/>
                  </a:lnTo>
                  <a:lnTo>
                    <a:pt x="1258923" y="1601749"/>
                  </a:lnTo>
                  <a:close/>
                </a:path>
                <a:path w="3239770" h="1606550">
                  <a:moveTo>
                    <a:pt x="1236431" y="1601749"/>
                  </a:moveTo>
                  <a:lnTo>
                    <a:pt x="1224429" y="1601749"/>
                  </a:lnTo>
                  <a:lnTo>
                    <a:pt x="1223680" y="1602498"/>
                  </a:lnTo>
                  <a:lnTo>
                    <a:pt x="1223680" y="1605495"/>
                  </a:lnTo>
                  <a:lnTo>
                    <a:pt x="1224429" y="1606245"/>
                  </a:lnTo>
                  <a:lnTo>
                    <a:pt x="1236431" y="1606245"/>
                  </a:lnTo>
                  <a:lnTo>
                    <a:pt x="1237180" y="1605495"/>
                  </a:lnTo>
                  <a:lnTo>
                    <a:pt x="1237180" y="1602498"/>
                  </a:lnTo>
                  <a:lnTo>
                    <a:pt x="1236431" y="1601749"/>
                  </a:lnTo>
                  <a:close/>
                </a:path>
                <a:path w="3239770" h="1606550">
                  <a:moveTo>
                    <a:pt x="1213926" y="1601749"/>
                  </a:moveTo>
                  <a:lnTo>
                    <a:pt x="1201938" y="1601749"/>
                  </a:lnTo>
                  <a:lnTo>
                    <a:pt x="1201176" y="1602498"/>
                  </a:lnTo>
                  <a:lnTo>
                    <a:pt x="1201176" y="1605495"/>
                  </a:lnTo>
                  <a:lnTo>
                    <a:pt x="1201938" y="1606245"/>
                  </a:lnTo>
                  <a:lnTo>
                    <a:pt x="1213926" y="1606245"/>
                  </a:lnTo>
                  <a:lnTo>
                    <a:pt x="1214676" y="1605495"/>
                  </a:lnTo>
                  <a:lnTo>
                    <a:pt x="1214676" y="1602498"/>
                  </a:lnTo>
                  <a:lnTo>
                    <a:pt x="1213926" y="1601749"/>
                  </a:lnTo>
                  <a:close/>
                </a:path>
                <a:path w="3239770" h="1606550">
                  <a:moveTo>
                    <a:pt x="1191435" y="1601749"/>
                  </a:moveTo>
                  <a:lnTo>
                    <a:pt x="1179433" y="1601749"/>
                  </a:lnTo>
                  <a:lnTo>
                    <a:pt x="1178684" y="1602498"/>
                  </a:lnTo>
                  <a:lnTo>
                    <a:pt x="1178684" y="1605495"/>
                  </a:lnTo>
                  <a:lnTo>
                    <a:pt x="1179433" y="1606245"/>
                  </a:lnTo>
                  <a:lnTo>
                    <a:pt x="1191435" y="1606245"/>
                  </a:lnTo>
                  <a:lnTo>
                    <a:pt x="1192184" y="1605495"/>
                  </a:lnTo>
                  <a:lnTo>
                    <a:pt x="1192184" y="1602498"/>
                  </a:lnTo>
                  <a:lnTo>
                    <a:pt x="1191435" y="1601749"/>
                  </a:lnTo>
                  <a:close/>
                </a:path>
                <a:path w="3239770" h="1606550">
                  <a:moveTo>
                    <a:pt x="1168943" y="1601749"/>
                  </a:moveTo>
                  <a:lnTo>
                    <a:pt x="1156942" y="1601749"/>
                  </a:lnTo>
                  <a:lnTo>
                    <a:pt x="1156192" y="1602498"/>
                  </a:lnTo>
                  <a:lnTo>
                    <a:pt x="1156192" y="1605495"/>
                  </a:lnTo>
                  <a:lnTo>
                    <a:pt x="1156942" y="1606245"/>
                  </a:lnTo>
                  <a:lnTo>
                    <a:pt x="1168943" y="1606245"/>
                  </a:lnTo>
                  <a:lnTo>
                    <a:pt x="1169692" y="1605495"/>
                  </a:lnTo>
                  <a:lnTo>
                    <a:pt x="1169692" y="1602498"/>
                  </a:lnTo>
                  <a:lnTo>
                    <a:pt x="1168943" y="1601749"/>
                  </a:lnTo>
                  <a:close/>
                </a:path>
                <a:path w="3239770" h="1606550">
                  <a:moveTo>
                    <a:pt x="1146439" y="1601749"/>
                  </a:moveTo>
                  <a:lnTo>
                    <a:pt x="1134437" y="1601749"/>
                  </a:lnTo>
                  <a:lnTo>
                    <a:pt x="1133688" y="1602498"/>
                  </a:lnTo>
                  <a:lnTo>
                    <a:pt x="1133688" y="1605495"/>
                  </a:lnTo>
                  <a:lnTo>
                    <a:pt x="1134437" y="1606245"/>
                  </a:lnTo>
                  <a:lnTo>
                    <a:pt x="1146439" y="1606245"/>
                  </a:lnTo>
                  <a:lnTo>
                    <a:pt x="1147188" y="1605495"/>
                  </a:lnTo>
                  <a:lnTo>
                    <a:pt x="1147188" y="1602498"/>
                  </a:lnTo>
                  <a:lnTo>
                    <a:pt x="1146439" y="1601749"/>
                  </a:lnTo>
                  <a:close/>
                </a:path>
                <a:path w="3239770" h="1606550">
                  <a:moveTo>
                    <a:pt x="1123947" y="1601749"/>
                  </a:moveTo>
                  <a:lnTo>
                    <a:pt x="1111945" y="1601749"/>
                  </a:lnTo>
                  <a:lnTo>
                    <a:pt x="1111196" y="1602498"/>
                  </a:lnTo>
                  <a:lnTo>
                    <a:pt x="1111196" y="1605495"/>
                  </a:lnTo>
                  <a:lnTo>
                    <a:pt x="1111945" y="1606245"/>
                  </a:lnTo>
                  <a:lnTo>
                    <a:pt x="1123947" y="1606245"/>
                  </a:lnTo>
                  <a:lnTo>
                    <a:pt x="1124696" y="1605495"/>
                  </a:lnTo>
                  <a:lnTo>
                    <a:pt x="1124696" y="1602498"/>
                  </a:lnTo>
                  <a:lnTo>
                    <a:pt x="1123947" y="1601749"/>
                  </a:lnTo>
                  <a:close/>
                </a:path>
                <a:path w="3239770" h="1606550">
                  <a:moveTo>
                    <a:pt x="1101443" y="1601749"/>
                  </a:moveTo>
                  <a:lnTo>
                    <a:pt x="1089454" y="1601749"/>
                  </a:lnTo>
                  <a:lnTo>
                    <a:pt x="1088704" y="1602498"/>
                  </a:lnTo>
                  <a:lnTo>
                    <a:pt x="1088704" y="1605495"/>
                  </a:lnTo>
                  <a:lnTo>
                    <a:pt x="1089454" y="1606245"/>
                  </a:lnTo>
                  <a:lnTo>
                    <a:pt x="1101443" y="1606245"/>
                  </a:lnTo>
                  <a:lnTo>
                    <a:pt x="1102205" y="1605495"/>
                  </a:lnTo>
                  <a:lnTo>
                    <a:pt x="1102205" y="1602498"/>
                  </a:lnTo>
                  <a:lnTo>
                    <a:pt x="1101443" y="1601749"/>
                  </a:lnTo>
                  <a:close/>
                </a:path>
                <a:path w="3239770" h="1606550">
                  <a:moveTo>
                    <a:pt x="1078951" y="1601749"/>
                  </a:moveTo>
                  <a:lnTo>
                    <a:pt x="1066949" y="1601749"/>
                  </a:lnTo>
                  <a:lnTo>
                    <a:pt x="1066200" y="1602498"/>
                  </a:lnTo>
                  <a:lnTo>
                    <a:pt x="1066200" y="1605495"/>
                  </a:lnTo>
                  <a:lnTo>
                    <a:pt x="1066949" y="1606245"/>
                  </a:lnTo>
                  <a:lnTo>
                    <a:pt x="1078951" y="1606245"/>
                  </a:lnTo>
                  <a:lnTo>
                    <a:pt x="1079700" y="1605495"/>
                  </a:lnTo>
                  <a:lnTo>
                    <a:pt x="1079700" y="1602498"/>
                  </a:lnTo>
                  <a:lnTo>
                    <a:pt x="1078951" y="1601749"/>
                  </a:lnTo>
                  <a:close/>
                </a:path>
                <a:path w="3239770" h="1606550">
                  <a:moveTo>
                    <a:pt x="1056459" y="1601749"/>
                  </a:moveTo>
                  <a:lnTo>
                    <a:pt x="1044458" y="1601749"/>
                  </a:lnTo>
                  <a:lnTo>
                    <a:pt x="1043708" y="1602498"/>
                  </a:lnTo>
                  <a:lnTo>
                    <a:pt x="1043708" y="1605495"/>
                  </a:lnTo>
                  <a:lnTo>
                    <a:pt x="1044458" y="1606245"/>
                  </a:lnTo>
                  <a:lnTo>
                    <a:pt x="1056459" y="1606245"/>
                  </a:lnTo>
                  <a:lnTo>
                    <a:pt x="1057208" y="1605495"/>
                  </a:lnTo>
                  <a:lnTo>
                    <a:pt x="1057208" y="1602498"/>
                  </a:lnTo>
                  <a:lnTo>
                    <a:pt x="1056459" y="1601749"/>
                  </a:lnTo>
                  <a:close/>
                </a:path>
                <a:path w="3239770" h="1606550">
                  <a:moveTo>
                    <a:pt x="1033955" y="1601749"/>
                  </a:moveTo>
                  <a:lnTo>
                    <a:pt x="1021966" y="1601749"/>
                  </a:lnTo>
                  <a:lnTo>
                    <a:pt x="1021204" y="1602498"/>
                  </a:lnTo>
                  <a:lnTo>
                    <a:pt x="1021204" y="1605495"/>
                  </a:lnTo>
                  <a:lnTo>
                    <a:pt x="1021966" y="1606245"/>
                  </a:lnTo>
                  <a:lnTo>
                    <a:pt x="1033955" y="1606245"/>
                  </a:lnTo>
                  <a:lnTo>
                    <a:pt x="1034704" y="1605495"/>
                  </a:lnTo>
                  <a:lnTo>
                    <a:pt x="1034704" y="1602498"/>
                  </a:lnTo>
                  <a:lnTo>
                    <a:pt x="1033955" y="1601749"/>
                  </a:lnTo>
                  <a:close/>
                </a:path>
                <a:path w="3239770" h="1606550">
                  <a:moveTo>
                    <a:pt x="1011463" y="1601749"/>
                  </a:moveTo>
                  <a:lnTo>
                    <a:pt x="999462" y="1601749"/>
                  </a:lnTo>
                  <a:lnTo>
                    <a:pt x="998712" y="1602498"/>
                  </a:lnTo>
                  <a:lnTo>
                    <a:pt x="998712" y="1605495"/>
                  </a:lnTo>
                  <a:lnTo>
                    <a:pt x="999462" y="1606245"/>
                  </a:lnTo>
                  <a:lnTo>
                    <a:pt x="1011463" y="1606245"/>
                  </a:lnTo>
                  <a:lnTo>
                    <a:pt x="1012212" y="1605495"/>
                  </a:lnTo>
                  <a:lnTo>
                    <a:pt x="1012212" y="1602498"/>
                  </a:lnTo>
                  <a:lnTo>
                    <a:pt x="1011463" y="1601749"/>
                  </a:lnTo>
                  <a:close/>
                </a:path>
                <a:path w="3239770" h="1606550">
                  <a:moveTo>
                    <a:pt x="988971" y="1601749"/>
                  </a:moveTo>
                  <a:lnTo>
                    <a:pt x="976970" y="1601749"/>
                  </a:lnTo>
                  <a:lnTo>
                    <a:pt x="976221" y="1602498"/>
                  </a:lnTo>
                  <a:lnTo>
                    <a:pt x="976221" y="1605495"/>
                  </a:lnTo>
                  <a:lnTo>
                    <a:pt x="976970" y="1606245"/>
                  </a:lnTo>
                  <a:lnTo>
                    <a:pt x="988971" y="1606245"/>
                  </a:lnTo>
                  <a:lnTo>
                    <a:pt x="989721" y="1605495"/>
                  </a:lnTo>
                  <a:lnTo>
                    <a:pt x="989721" y="1602498"/>
                  </a:lnTo>
                  <a:lnTo>
                    <a:pt x="988971" y="1601749"/>
                  </a:lnTo>
                  <a:close/>
                </a:path>
                <a:path w="3239770" h="1606550">
                  <a:moveTo>
                    <a:pt x="966467" y="1601749"/>
                  </a:moveTo>
                  <a:lnTo>
                    <a:pt x="954465" y="1601749"/>
                  </a:lnTo>
                  <a:lnTo>
                    <a:pt x="953716" y="1602498"/>
                  </a:lnTo>
                  <a:lnTo>
                    <a:pt x="953716" y="1605495"/>
                  </a:lnTo>
                  <a:lnTo>
                    <a:pt x="954465" y="1606245"/>
                  </a:lnTo>
                  <a:lnTo>
                    <a:pt x="966467" y="1606245"/>
                  </a:lnTo>
                  <a:lnTo>
                    <a:pt x="967216" y="1605495"/>
                  </a:lnTo>
                  <a:lnTo>
                    <a:pt x="967216" y="1602498"/>
                  </a:lnTo>
                  <a:lnTo>
                    <a:pt x="966467" y="1601749"/>
                  </a:lnTo>
                  <a:close/>
                </a:path>
                <a:path w="3239770" h="1606550">
                  <a:moveTo>
                    <a:pt x="943975" y="1601749"/>
                  </a:moveTo>
                  <a:lnTo>
                    <a:pt x="931974" y="1601749"/>
                  </a:lnTo>
                  <a:lnTo>
                    <a:pt x="931224" y="1602498"/>
                  </a:lnTo>
                  <a:lnTo>
                    <a:pt x="931224" y="1605495"/>
                  </a:lnTo>
                  <a:lnTo>
                    <a:pt x="931974" y="1606245"/>
                  </a:lnTo>
                  <a:lnTo>
                    <a:pt x="943975" y="1606245"/>
                  </a:lnTo>
                  <a:lnTo>
                    <a:pt x="944725" y="1605495"/>
                  </a:lnTo>
                  <a:lnTo>
                    <a:pt x="944725" y="1602498"/>
                  </a:lnTo>
                  <a:lnTo>
                    <a:pt x="943975" y="1601749"/>
                  </a:lnTo>
                  <a:close/>
                </a:path>
                <a:path w="3239770" h="1606550">
                  <a:moveTo>
                    <a:pt x="921471" y="1601749"/>
                  </a:moveTo>
                  <a:lnTo>
                    <a:pt x="909482" y="1601749"/>
                  </a:lnTo>
                  <a:lnTo>
                    <a:pt x="908733" y="1602498"/>
                  </a:lnTo>
                  <a:lnTo>
                    <a:pt x="908733" y="1605495"/>
                  </a:lnTo>
                  <a:lnTo>
                    <a:pt x="909482" y="1606245"/>
                  </a:lnTo>
                  <a:lnTo>
                    <a:pt x="921471" y="1606245"/>
                  </a:lnTo>
                  <a:lnTo>
                    <a:pt x="922233" y="1605495"/>
                  </a:lnTo>
                  <a:lnTo>
                    <a:pt x="922233" y="1602498"/>
                  </a:lnTo>
                  <a:lnTo>
                    <a:pt x="921471" y="1601749"/>
                  </a:lnTo>
                  <a:close/>
                </a:path>
                <a:path w="3239770" h="1606550">
                  <a:moveTo>
                    <a:pt x="898979" y="1601749"/>
                  </a:moveTo>
                  <a:lnTo>
                    <a:pt x="886978" y="1601749"/>
                  </a:lnTo>
                  <a:lnTo>
                    <a:pt x="886228" y="1602498"/>
                  </a:lnTo>
                  <a:lnTo>
                    <a:pt x="886228" y="1605495"/>
                  </a:lnTo>
                  <a:lnTo>
                    <a:pt x="886978" y="1606245"/>
                  </a:lnTo>
                  <a:lnTo>
                    <a:pt x="898979" y="1606245"/>
                  </a:lnTo>
                  <a:lnTo>
                    <a:pt x="899728" y="1605495"/>
                  </a:lnTo>
                  <a:lnTo>
                    <a:pt x="899728" y="1602498"/>
                  </a:lnTo>
                  <a:lnTo>
                    <a:pt x="898979" y="1601749"/>
                  </a:lnTo>
                  <a:close/>
                </a:path>
                <a:path w="3239770" h="1606550">
                  <a:moveTo>
                    <a:pt x="876487" y="1601749"/>
                  </a:moveTo>
                  <a:lnTo>
                    <a:pt x="864486" y="1601749"/>
                  </a:lnTo>
                  <a:lnTo>
                    <a:pt x="863737" y="1602498"/>
                  </a:lnTo>
                  <a:lnTo>
                    <a:pt x="863737" y="1605495"/>
                  </a:lnTo>
                  <a:lnTo>
                    <a:pt x="864486" y="1606245"/>
                  </a:lnTo>
                  <a:lnTo>
                    <a:pt x="876487" y="1606245"/>
                  </a:lnTo>
                  <a:lnTo>
                    <a:pt x="877237" y="1605495"/>
                  </a:lnTo>
                  <a:lnTo>
                    <a:pt x="877237" y="1602498"/>
                  </a:lnTo>
                  <a:lnTo>
                    <a:pt x="876487" y="1601749"/>
                  </a:lnTo>
                  <a:close/>
                </a:path>
                <a:path w="3239770" h="1606550">
                  <a:moveTo>
                    <a:pt x="853983" y="1601749"/>
                  </a:moveTo>
                  <a:lnTo>
                    <a:pt x="841994" y="1601749"/>
                  </a:lnTo>
                  <a:lnTo>
                    <a:pt x="841245" y="1602498"/>
                  </a:lnTo>
                  <a:lnTo>
                    <a:pt x="841245" y="1605495"/>
                  </a:lnTo>
                  <a:lnTo>
                    <a:pt x="841994" y="1606245"/>
                  </a:lnTo>
                  <a:lnTo>
                    <a:pt x="853983" y="1606245"/>
                  </a:lnTo>
                  <a:lnTo>
                    <a:pt x="854732" y="1605495"/>
                  </a:lnTo>
                  <a:lnTo>
                    <a:pt x="854732" y="1602498"/>
                  </a:lnTo>
                  <a:lnTo>
                    <a:pt x="853983" y="1601749"/>
                  </a:lnTo>
                  <a:close/>
                </a:path>
                <a:path w="3239770" h="1606550">
                  <a:moveTo>
                    <a:pt x="831491" y="1601749"/>
                  </a:moveTo>
                  <a:lnTo>
                    <a:pt x="819490" y="1601749"/>
                  </a:lnTo>
                  <a:lnTo>
                    <a:pt x="818741" y="1602498"/>
                  </a:lnTo>
                  <a:lnTo>
                    <a:pt x="818741" y="1605495"/>
                  </a:lnTo>
                  <a:lnTo>
                    <a:pt x="819490" y="1606245"/>
                  </a:lnTo>
                  <a:lnTo>
                    <a:pt x="831491" y="1606245"/>
                  </a:lnTo>
                  <a:lnTo>
                    <a:pt x="832241" y="1605495"/>
                  </a:lnTo>
                  <a:lnTo>
                    <a:pt x="832241" y="1602498"/>
                  </a:lnTo>
                  <a:lnTo>
                    <a:pt x="831491" y="1601749"/>
                  </a:lnTo>
                  <a:close/>
                </a:path>
                <a:path w="3239770" h="1606550">
                  <a:moveTo>
                    <a:pt x="809000" y="1601749"/>
                  </a:moveTo>
                  <a:lnTo>
                    <a:pt x="796998" y="1601749"/>
                  </a:lnTo>
                  <a:lnTo>
                    <a:pt x="796249" y="1602498"/>
                  </a:lnTo>
                  <a:lnTo>
                    <a:pt x="796249" y="1605495"/>
                  </a:lnTo>
                  <a:lnTo>
                    <a:pt x="796998" y="1606245"/>
                  </a:lnTo>
                  <a:lnTo>
                    <a:pt x="809000" y="1606245"/>
                  </a:lnTo>
                  <a:lnTo>
                    <a:pt x="809749" y="1605495"/>
                  </a:lnTo>
                  <a:lnTo>
                    <a:pt x="809749" y="1602498"/>
                  </a:lnTo>
                  <a:lnTo>
                    <a:pt x="809000" y="1601749"/>
                  </a:lnTo>
                  <a:close/>
                </a:path>
                <a:path w="3239770" h="1606550">
                  <a:moveTo>
                    <a:pt x="786495" y="1601749"/>
                  </a:moveTo>
                  <a:lnTo>
                    <a:pt x="774506" y="1601749"/>
                  </a:lnTo>
                  <a:lnTo>
                    <a:pt x="773744" y="1602498"/>
                  </a:lnTo>
                  <a:lnTo>
                    <a:pt x="773744" y="1605495"/>
                  </a:lnTo>
                  <a:lnTo>
                    <a:pt x="774506" y="1606245"/>
                  </a:lnTo>
                  <a:lnTo>
                    <a:pt x="786495" y="1606245"/>
                  </a:lnTo>
                  <a:lnTo>
                    <a:pt x="787245" y="1605495"/>
                  </a:lnTo>
                  <a:lnTo>
                    <a:pt x="787245" y="1602498"/>
                  </a:lnTo>
                  <a:lnTo>
                    <a:pt x="786495" y="1601749"/>
                  </a:lnTo>
                  <a:close/>
                </a:path>
                <a:path w="3239770" h="1606550">
                  <a:moveTo>
                    <a:pt x="764004" y="1601749"/>
                  </a:moveTo>
                  <a:lnTo>
                    <a:pt x="752002" y="1601749"/>
                  </a:lnTo>
                  <a:lnTo>
                    <a:pt x="751253" y="1602498"/>
                  </a:lnTo>
                  <a:lnTo>
                    <a:pt x="751253" y="1605495"/>
                  </a:lnTo>
                  <a:lnTo>
                    <a:pt x="752002" y="1606245"/>
                  </a:lnTo>
                  <a:lnTo>
                    <a:pt x="764004" y="1606245"/>
                  </a:lnTo>
                  <a:lnTo>
                    <a:pt x="764753" y="1605495"/>
                  </a:lnTo>
                  <a:lnTo>
                    <a:pt x="764753" y="1602498"/>
                  </a:lnTo>
                  <a:lnTo>
                    <a:pt x="764004" y="1601749"/>
                  </a:lnTo>
                  <a:close/>
                </a:path>
                <a:path w="3239770" h="1606550">
                  <a:moveTo>
                    <a:pt x="741512" y="1601749"/>
                  </a:moveTo>
                  <a:lnTo>
                    <a:pt x="729510" y="1601749"/>
                  </a:lnTo>
                  <a:lnTo>
                    <a:pt x="728761" y="1602498"/>
                  </a:lnTo>
                  <a:lnTo>
                    <a:pt x="728761" y="1605495"/>
                  </a:lnTo>
                  <a:lnTo>
                    <a:pt x="729510" y="1606245"/>
                  </a:lnTo>
                  <a:lnTo>
                    <a:pt x="741512" y="1606245"/>
                  </a:lnTo>
                  <a:lnTo>
                    <a:pt x="742261" y="1605495"/>
                  </a:lnTo>
                  <a:lnTo>
                    <a:pt x="742261" y="1602498"/>
                  </a:lnTo>
                  <a:lnTo>
                    <a:pt x="741512" y="1601749"/>
                  </a:lnTo>
                  <a:close/>
                </a:path>
                <a:path w="3239770" h="1606550">
                  <a:moveTo>
                    <a:pt x="719007" y="1601749"/>
                  </a:moveTo>
                  <a:lnTo>
                    <a:pt x="707007" y="1601749"/>
                  </a:lnTo>
                  <a:lnTo>
                    <a:pt x="706259" y="1602498"/>
                  </a:lnTo>
                  <a:lnTo>
                    <a:pt x="706259" y="1605495"/>
                  </a:lnTo>
                  <a:lnTo>
                    <a:pt x="707007" y="1606245"/>
                  </a:lnTo>
                  <a:lnTo>
                    <a:pt x="719007" y="1606245"/>
                  </a:lnTo>
                  <a:lnTo>
                    <a:pt x="719757" y="1605495"/>
                  </a:lnTo>
                  <a:lnTo>
                    <a:pt x="719757" y="1602498"/>
                  </a:lnTo>
                  <a:lnTo>
                    <a:pt x="719007" y="1601749"/>
                  </a:lnTo>
                  <a:close/>
                </a:path>
                <a:path w="3239770" h="1606550">
                  <a:moveTo>
                    <a:pt x="696511" y="1601749"/>
                  </a:moveTo>
                  <a:lnTo>
                    <a:pt x="684514" y="1601749"/>
                  </a:lnTo>
                  <a:lnTo>
                    <a:pt x="683761" y="1602498"/>
                  </a:lnTo>
                  <a:lnTo>
                    <a:pt x="683761" y="1605495"/>
                  </a:lnTo>
                  <a:lnTo>
                    <a:pt x="684514" y="1606245"/>
                  </a:lnTo>
                  <a:lnTo>
                    <a:pt x="696511" y="1606245"/>
                  </a:lnTo>
                  <a:lnTo>
                    <a:pt x="697260" y="1605495"/>
                  </a:lnTo>
                  <a:lnTo>
                    <a:pt x="697260" y="1602498"/>
                  </a:lnTo>
                  <a:lnTo>
                    <a:pt x="696511" y="1601749"/>
                  </a:lnTo>
                  <a:close/>
                </a:path>
                <a:path w="3239770" h="1606550">
                  <a:moveTo>
                    <a:pt x="674013" y="1601749"/>
                  </a:moveTo>
                  <a:lnTo>
                    <a:pt x="662017" y="1601749"/>
                  </a:lnTo>
                  <a:lnTo>
                    <a:pt x="661268" y="1602498"/>
                  </a:lnTo>
                  <a:lnTo>
                    <a:pt x="661268" y="1605495"/>
                  </a:lnTo>
                  <a:lnTo>
                    <a:pt x="662017" y="1606245"/>
                  </a:lnTo>
                  <a:lnTo>
                    <a:pt x="674013" y="1606245"/>
                  </a:lnTo>
                  <a:lnTo>
                    <a:pt x="674767" y="1605495"/>
                  </a:lnTo>
                  <a:lnTo>
                    <a:pt x="674767" y="1602498"/>
                  </a:lnTo>
                  <a:lnTo>
                    <a:pt x="674013" y="1601749"/>
                  </a:lnTo>
                  <a:close/>
                </a:path>
                <a:path w="3239770" h="1606550">
                  <a:moveTo>
                    <a:pt x="651520" y="1601749"/>
                  </a:moveTo>
                  <a:lnTo>
                    <a:pt x="639519" y="1601749"/>
                  </a:lnTo>
                  <a:lnTo>
                    <a:pt x="638770" y="1602498"/>
                  </a:lnTo>
                  <a:lnTo>
                    <a:pt x="638770" y="1605495"/>
                  </a:lnTo>
                  <a:lnTo>
                    <a:pt x="639519" y="1606245"/>
                  </a:lnTo>
                  <a:lnTo>
                    <a:pt x="651520" y="1606245"/>
                  </a:lnTo>
                  <a:lnTo>
                    <a:pt x="652269" y="1605495"/>
                  </a:lnTo>
                  <a:lnTo>
                    <a:pt x="652269" y="1602498"/>
                  </a:lnTo>
                  <a:lnTo>
                    <a:pt x="651520" y="1601749"/>
                  </a:lnTo>
                  <a:close/>
                </a:path>
                <a:path w="3239770" h="1606550">
                  <a:moveTo>
                    <a:pt x="629022" y="1601749"/>
                  </a:moveTo>
                  <a:lnTo>
                    <a:pt x="617021" y="1601749"/>
                  </a:lnTo>
                  <a:lnTo>
                    <a:pt x="616272" y="1602498"/>
                  </a:lnTo>
                  <a:lnTo>
                    <a:pt x="616272" y="1605495"/>
                  </a:lnTo>
                  <a:lnTo>
                    <a:pt x="617021" y="1606245"/>
                  </a:lnTo>
                  <a:lnTo>
                    <a:pt x="629022" y="1606245"/>
                  </a:lnTo>
                  <a:lnTo>
                    <a:pt x="629771" y="1605495"/>
                  </a:lnTo>
                  <a:lnTo>
                    <a:pt x="629771" y="1602498"/>
                  </a:lnTo>
                  <a:lnTo>
                    <a:pt x="629022" y="1601749"/>
                  </a:lnTo>
                  <a:close/>
                </a:path>
                <a:path w="3239770" h="1606550">
                  <a:moveTo>
                    <a:pt x="606524" y="1601749"/>
                  </a:moveTo>
                  <a:lnTo>
                    <a:pt x="594528" y="1601749"/>
                  </a:lnTo>
                  <a:lnTo>
                    <a:pt x="593774" y="1602498"/>
                  </a:lnTo>
                  <a:lnTo>
                    <a:pt x="593774" y="1605495"/>
                  </a:lnTo>
                  <a:lnTo>
                    <a:pt x="594528" y="1606245"/>
                  </a:lnTo>
                  <a:lnTo>
                    <a:pt x="606524" y="1606245"/>
                  </a:lnTo>
                  <a:lnTo>
                    <a:pt x="607273" y="1605495"/>
                  </a:lnTo>
                  <a:lnTo>
                    <a:pt x="607273" y="1602498"/>
                  </a:lnTo>
                  <a:lnTo>
                    <a:pt x="606524" y="1601749"/>
                  </a:lnTo>
                  <a:close/>
                </a:path>
                <a:path w="3239770" h="1606550">
                  <a:moveTo>
                    <a:pt x="584026" y="1601749"/>
                  </a:moveTo>
                  <a:lnTo>
                    <a:pt x="572030" y="1601749"/>
                  </a:lnTo>
                  <a:lnTo>
                    <a:pt x="571281" y="1602498"/>
                  </a:lnTo>
                  <a:lnTo>
                    <a:pt x="571281" y="1605495"/>
                  </a:lnTo>
                  <a:lnTo>
                    <a:pt x="572030" y="1606245"/>
                  </a:lnTo>
                  <a:lnTo>
                    <a:pt x="584026" y="1606245"/>
                  </a:lnTo>
                  <a:lnTo>
                    <a:pt x="584780" y="1605495"/>
                  </a:lnTo>
                  <a:lnTo>
                    <a:pt x="584780" y="1602498"/>
                  </a:lnTo>
                  <a:lnTo>
                    <a:pt x="584026" y="1601749"/>
                  </a:lnTo>
                  <a:close/>
                </a:path>
                <a:path w="3239770" h="1606550">
                  <a:moveTo>
                    <a:pt x="561534" y="1601749"/>
                  </a:moveTo>
                  <a:lnTo>
                    <a:pt x="549532" y="1601749"/>
                  </a:lnTo>
                  <a:lnTo>
                    <a:pt x="548783" y="1602498"/>
                  </a:lnTo>
                  <a:lnTo>
                    <a:pt x="548783" y="1605495"/>
                  </a:lnTo>
                  <a:lnTo>
                    <a:pt x="549532" y="1606245"/>
                  </a:lnTo>
                  <a:lnTo>
                    <a:pt x="561534" y="1606245"/>
                  </a:lnTo>
                  <a:lnTo>
                    <a:pt x="562282" y="1605495"/>
                  </a:lnTo>
                  <a:lnTo>
                    <a:pt x="562282" y="1602498"/>
                  </a:lnTo>
                  <a:lnTo>
                    <a:pt x="561534" y="1601749"/>
                  </a:lnTo>
                  <a:close/>
                </a:path>
                <a:path w="3239770" h="1606550">
                  <a:moveTo>
                    <a:pt x="539036" y="1601749"/>
                  </a:moveTo>
                  <a:lnTo>
                    <a:pt x="527034" y="1601749"/>
                  </a:lnTo>
                  <a:lnTo>
                    <a:pt x="526286" y="1602498"/>
                  </a:lnTo>
                  <a:lnTo>
                    <a:pt x="526286" y="1605495"/>
                  </a:lnTo>
                  <a:lnTo>
                    <a:pt x="527034" y="1606245"/>
                  </a:lnTo>
                  <a:lnTo>
                    <a:pt x="539036" y="1606245"/>
                  </a:lnTo>
                  <a:lnTo>
                    <a:pt x="539785" y="1605495"/>
                  </a:lnTo>
                  <a:lnTo>
                    <a:pt x="539785" y="1602498"/>
                  </a:lnTo>
                  <a:lnTo>
                    <a:pt x="539036" y="1601749"/>
                  </a:lnTo>
                  <a:close/>
                </a:path>
                <a:path w="3239770" h="1606550">
                  <a:moveTo>
                    <a:pt x="516538" y="1601749"/>
                  </a:moveTo>
                  <a:lnTo>
                    <a:pt x="504543" y="1601749"/>
                  </a:lnTo>
                  <a:lnTo>
                    <a:pt x="503793" y="1602498"/>
                  </a:lnTo>
                  <a:lnTo>
                    <a:pt x="503793" y="1605495"/>
                  </a:lnTo>
                  <a:lnTo>
                    <a:pt x="504543" y="1606245"/>
                  </a:lnTo>
                  <a:lnTo>
                    <a:pt x="516538" y="1606245"/>
                  </a:lnTo>
                  <a:lnTo>
                    <a:pt x="517287" y="1605495"/>
                  </a:lnTo>
                  <a:lnTo>
                    <a:pt x="517287" y="1602498"/>
                  </a:lnTo>
                  <a:lnTo>
                    <a:pt x="516538" y="1601749"/>
                  </a:lnTo>
                  <a:close/>
                </a:path>
                <a:path w="3239770" h="1606550">
                  <a:moveTo>
                    <a:pt x="494040" y="1601749"/>
                  </a:moveTo>
                  <a:lnTo>
                    <a:pt x="482045" y="1601749"/>
                  </a:lnTo>
                  <a:lnTo>
                    <a:pt x="481295" y="1602498"/>
                  </a:lnTo>
                  <a:lnTo>
                    <a:pt x="481295" y="1605495"/>
                  </a:lnTo>
                  <a:lnTo>
                    <a:pt x="482045" y="1606245"/>
                  </a:lnTo>
                  <a:lnTo>
                    <a:pt x="494040" y="1606245"/>
                  </a:lnTo>
                  <a:lnTo>
                    <a:pt x="494794" y="1605495"/>
                  </a:lnTo>
                  <a:lnTo>
                    <a:pt x="494794" y="1602498"/>
                  </a:lnTo>
                  <a:lnTo>
                    <a:pt x="494040" y="1601749"/>
                  </a:lnTo>
                  <a:close/>
                </a:path>
                <a:path w="3239770" h="1606550">
                  <a:moveTo>
                    <a:pt x="471547" y="1601749"/>
                  </a:moveTo>
                  <a:lnTo>
                    <a:pt x="459546" y="1601749"/>
                  </a:lnTo>
                  <a:lnTo>
                    <a:pt x="458797" y="1602498"/>
                  </a:lnTo>
                  <a:lnTo>
                    <a:pt x="458797" y="1605495"/>
                  </a:lnTo>
                  <a:lnTo>
                    <a:pt x="459546" y="1606245"/>
                  </a:lnTo>
                  <a:lnTo>
                    <a:pt x="471547" y="1606245"/>
                  </a:lnTo>
                  <a:lnTo>
                    <a:pt x="472296" y="1605495"/>
                  </a:lnTo>
                  <a:lnTo>
                    <a:pt x="472296" y="1602498"/>
                  </a:lnTo>
                  <a:lnTo>
                    <a:pt x="471547" y="1601749"/>
                  </a:lnTo>
                  <a:close/>
                </a:path>
                <a:path w="3239770" h="1606550">
                  <a:moveTo>
                    <a:pt x="449049" y="1601749"/>
                  </a:moveTo>
                  <a:lnTo>
                    <a:pt x="437048" y="1601749"/>
                  </a:lnTo>
                  <a:lnTo>
                    <a:pt x="436299" y="1602498"/>
                  </a:lnTo>
                  <a:lnTo>
                    <a:pt x="436299" y="1605495"/>
                  </a:lnTo>
                  <a:lnTo>
                    <a:pt x="437048" y="1606245"/>
                  </a:lnTo>
                  <a:lnTo>
                    <a:pt x="449049" y="1606245"/>
                  </a:lnTo>
                  <a:lnTo>
                    <a:pt x="449798" y="1605495"/>
                  </a:lnTo>
                  <a:lnTo>
                    <a:pt x="449798" y="1602498"/>
                  </a:lnTo>
                  <a:lnTo>
                    <a:pt x="449049" y="1601749"/>
                  </a:lnTo>
                  <a:close/>
                </a:path>
                <a:path w="3239770" h="1606550">
                  <a:moveTo>
                    <a:pt x="426551" y="1601749"/>
                  </a:moveTo>
                  <a:lnTo>
                    <a:pt x="414555" y="1601749"/>
                  </a:lnTo>
                  <a:lnTo>
                    <a:pt x="413806" y="1602498"/>
                  </a:lnTo>
                  <a:lnTo>
                    <a:pt x="413806" y="1605495"/>
                  </a:lnTo>
                  <a:lnTo>
                    <a:pt x="414555" y="1606245"/>
                  </a:lnTo>
                  <a:lnTo>
                    <a:pt x="426551" y="1606245"/>
                  </a:lnTo>
                  <a:lnTo>
                    <a:pt x="427300" y="1605495"/>
                  </a:lnTo>
                  <a:lnTo>
                    <a:pt x="427300" y="1602498"/>
                  </a:lnTo>
                  <a:lnTo>
                    <a:pt x="426551" y="1601749"/>
                  </a:lnTo>
                  <a:close/>
                </a:path>
                <a:path w="3239770" h="1606550">
                  <a:moveTo>
                    <a:pt x="404058" y="1601749"/>
                  </a:moveTo>
                  <a:lnTo>
                    <a:pt x="392057" y="1601749"/>
                  </a:lnTo>
                  <a:lnTo>
                    <a:pt x="391308" y="1602498"/>
                  </a:lnTo>
                  <a:lnTo>
                    <a:pt x="391308" y="1605495"/>
                  </a:lnTo>
                  <a:lnTo>
                    <a:pt x="392057" y="1606245"/>
                  </a:lnTo>
                  <a:lnTo>
                    <a:pt x="404058" y="1606245"/>
                  </a:lnTo>
                  <a:lnTo>
                    <a:pt x="404807" y="1605495"/>
                  </a:lnTo>
                  <a:lnTo>
                    <a:pt x="404807" y="1602498"/>
                  </a:lnTo>
                  <a:lnTo>
                    <a:pt x="404058" y="1601749"/>
                  </a:lnTo>
                  <a:close/>
                </a:path>
                <a:path w="3239770" h="1606550">
                  <a:moveTo>
                    <a:pt x="381561" y="1601749"/>
                  </a:moveTo>
                  <a:lnTo>
                    <a:pt x="369559" y="1601749"/>
                  </a:lnTo>
                  <a:lnTo>
                    <a:pt x="368811" y="1602498"/>
                  </a:lnTo>
                  <a:lnTo>
                    <a:pt x="368811" y="1605495"/>
                  </a:lnTo>
                  <a:lnTo>
                    <a:pt x="369559" y="1606245"/>
                  </a:lnTo>
                  <a:lnTo>
                    <a:pt x="381561" y="1606245"/>
                  </a:lnTo>
                  <a:lnTo>
                    <a:pt x="382309" y="1605495"/>
                  </a:lnTo>
                  <a:lnTo>
                    <a:pt x="382309" y="1602498"/>
                  </a:lnTo>
                  <a:lnTo>
                    <a:pt x="381561" y="1601749"/>
                  </a:lnTo>
                  <a:close/>
                </a:path>
                <a:path w="3239770" h="1606550">
                  <a:moveTo>
                    <a:pt x="359063" y="1601749"/>
                  </a:moveTo>
                  <a:lnTo>
                    <a:pt x="347066" y="1601749"/>
                  </a:lnTo>
                  <a:lnTo>
                    <a:pt x="346313" y="1602498"/>
                  </a:lnTo>
                  <a:lnTo>
                    <a:pt x="346313" y="1605495"/>
                  </a:lnTo>
                  <a:lnTo>
                    <a:pt x="347066" y="1606245"/>
                  </a:lnTo>
                  <a:lnTo>
                    <a:pt x="359063" y="1606245"/>
                  </a:lnTo>
                  <a:lnTo>
                    <a:pt x="359812" y="1605495"/>
                  </a:lnTo>
                  <a:lnTo>
                    <a:pt x="359812" y="1602498"/>
                  </a:lnTo>
                  <a:lnTo>
                    <a:pt x="359063" y="1601749"/>
                  </a:lnTo>
                  <a:close/>
                </a:path>
                <a:path w="3239770" h="1606550">
                  <a:moveTo>
                    <a:pt x="336565" y="1601749"/>
                  </a:moveTo>
                  <a:lnTo>
                    <a:pt x="324570" y="1601749"/>
                  </a:lnTo>
                  <a:lnTo>
                    <a:pt x="323820" y="1602498"/>
                  </a:lnTo>
                  <a:lnTo>
                    <a:pt x="323820" y="1605495"/>
                  </a:lnTo>
                  <a:lnTo>
                    <a:pt x="324570" y="1606245"/>
                  </a:lnTo>
                  <a:lnTo>
                    <a:pt x="336565" y="1606245"/>
                  </a:lnTo>
                  <a:lnTo>
                    <a:pt x="337314" y="1605495"/>
                  </a:lnTo>
                  <a:lnTo>
                    <a:pt x="337314" y="1602498"/>
                  </a:lnTo>
                  <a:lnTo>
                    <a:pt x="336565" y="1601749"/>
                  </a:lnTo>
                  <a:close/>
                </a:path>
                <a:path w="3239770" h="1606550">
                  <a:moveTo>
                    <a:pt x="314072" y="1601749"/>
                  </a:moveTo>
                  <a:lnTo>
                    <a:pt x="302072" y="1601749"/>
                  </a:lnTo>
                  <a:lnTo>
                    <a:pt x="301322" y="1602498"/>
                  </a:lnTo>
                  <a:lnTo>
                    <a:pt x="301322" y="1605495"/>
                  </a:lnTo>
                  <a:lnTo>
                    <a:pt x="302072" y="1606245"/>
                  </a:lnTo>
                  <a:lnTo>
                    <a:pt x="314072" y="1606245"/>
                  </a:lnTo>
                  <a:lnTo>
                    <a:pt x="314821" y="1605495"/>
                  </a:lnTo>
                  <a:lnTo>
                    <a:pt x="314821" y="1602498"/>
                  </a:lnTo>
                  <a:lnTo>
                    <a:pt x="314072" y="1601749"/>
                  </a:lnTo>
                  <a:close/>
                </a:path>
                <a:path w="3239770" h="1606550">
                  <a:moveTo>
                    <a:pt x="291574" y="1601749"/>
                  </a:moveTo>
                  <a:lnTo>
                    <a:pt x="279573" y="1601749"/>
                  </a:lnTo>
                  <a:lnTo>
                    <a:pt x="278824" y="1602498"/>
                  </a:lnTo>
                  <a:lnTo>
                    <a:pt x="278824" y="1605495"/>
                  </a:lnTo>
                  <a:lnTo>
                    <a:pt x="279573" y="1606245"/>
                  </a:lnTo>
                  <a:lnTo>
                    <a:pt x="291574" y="1606245"/>
                  </a:lnTo>
                  <a:lnTo>
                    <a:pt x="292323" y="1605495"/>
                  </a:lnTo>
                  <a:lnTo>
                    <a:pt x="292323" y="1602498"/>
                  </a:lnTo>
                  <a:lnTo>
                    <a:pt x="291574" y="1601749"/>
                  </a:lnTo>
                  <a:close/>
                </a:path>
                <a:path w="3239770" h="1606550">
                  <a:moveTo>
                    <a:pt x="269076" y="1601749"/>
                  </a:moveTo>
                  <a:lnTo>
                    <a:pt x="257081" y="1601749"/>
                  </a:lnTo>
                  <a:lnTo>
                    <a:pt x="256326" y="1602498"/>
                  </a:lnTo>
                  <a:lnTo>
                    <a:pt x="256326" y="1605495"/>
                  </a:lnTo>
                  <a:lnTo>
                    <a:pt x="257081" y="1606245"/>
                  </a:lnTo>
                  <a:lnTo>
                    <a:pt x="269076" y="1606245"/>
                  </a:lnTo>
                  <a:lnTo>
                    <a:pt x="269825" y="1605495"/>
                  </a:lnTo>
                  <a:lnTo>
                    <a:pt x="269825" y="1602498"/>
                  </a:lnTo>
                  <a:lnTo>
                    <a:pt x="269076" y="1601749"/>
                  </a:lnTo>
                  <a:close/>
                </a:path>
                <a:path w="3239770" h="1606550">
                  <a:moveTo>
                    <a:pt x="246578" y="1601749"/>
                  </a:moveTo>
                  <a:lnTo>
                    <a:pt x="234582" y="1601749"/>
                  </a:lnTo>
                  <a:lnTo>
                    <a:pt x="233833" y="1602498"/>
                  </a:lnTo>
                  <a:lnTo>
                    <a:pt x="233833" y="1605495"/>
                  </a:lnTo>
                  <a:lnTo>
                    <a:pt x="234582" y="1606245"/>
                  </a:lnTo>
                  <a:lnTo>
                    <a:pt x="246578" y="1606245"/>
                  </a:lnTo>
                  <a:lnTo>
                    <a:pt x="247332" y="1605495"/>
                  </a:lnTo>
                  <a:lnTo>
                    <a:pt x="247332" y="1602498"/>
                  </a:lnTo>
                  <a:lnTo>
                    <a:pt x="246578" y="1601749"/>
                  </a:lnTo>
                  <a:close/>
                </a:path>
                <a:path w="3239770" h="1606550">
                  <a:moveTo>
                    <a:pt x="224086" y="1601749"/>
                  </a:moveTo>
                  <a:lnTo>
                    <a:pt x="212084" y="1601749"/>
                  </a:lnTo>
                  <a:lnTo>
                    <a:pt x="211335" y="1602498"/>
                  </a:lnTo>
                  <a:lnTo>
                    <a:pt x="211335" y="1605495"/>
                  </a:lnTo>
                  <a:lnTo>
                    <a:pt x="212084" y="1606245"/>
                  </a:lnTo>
                  <a:lnTo>
                    <a:pt x="224086" y="1606245"/>
                  </a:lnTo>
                  <a:lnTo>
                    <a:pt x="224834" y="1605495"/>
                  </a:lnTo>
                  <a:lnTo>
                    <a:pt x="224834" y="1602498"/>
                  </a:lnTo>
                  <a:lnTo>
                    <a:pt x="224086" y="1601749"/>
                  </a:lnTo>
                  <a:close/>
                </a:path>
                <a:path w="3239770" h="1606550">
                  <a:moveTo>
                    <a:pt x="201588" y="1601749"/>
                  </a:moveTo>
                  <a:lnTo>
                    <a:pt x="189586" y="1601749"/>
                  </a:lnTo>
                  <a:lnTo>
                    <a:pt x="188838" y="1602498"/>
                  </a:lnTo>
                  <a:lnTo>
                    <a:pt x="188838" y="1605495"/>
                  </a:lnTo>
                  <a:lnTo>
                    <a:pt x="189586" y="1606245"/>
                  </a:lnTo>
                  <a:lnTo>
                    <a:pt x="201588" y="1606245"/>
                  </a:lnTo>
                  <a:lnTo>
                    <a:pt x="202337" y="1605495"/>
                  </a:lnTo>
                  <a:lnTo>
                    <a:pt x="202337" y="1602498"/>
                  </a:lnTo>
                  <a:lnTo>
                    <a:pt x="201588" y="1601749"/>
                  </a:lnTo>
                  <a:close/>
                </a:path>
                <a:path w="3239770" h="1606550">
                  <a:moveTo>
                    <a:pt x="179090" y="1601749"/>
                  </a:moveTo>
                  <a:lnTo>
                    <a:pt x="167095" y="1601749"/>
                  </a:lnTo>
                  <a:lnTo>
                    <a:pt x="166340" y="1602498"/>
                  </a:lnTo>
                  <a:lnTo>
                    <a:pt x="166340" y="1605495"/>
                  </a:lnTo>
                  <a:lnTo>
                    <a:pt x="167095" y="1606245"/>
                  </a:lnTo>
                  <a:lnTo>
                    <a:pt x="179090" y="1606245"/>
                  </a:lnTo>
                  <a:lnTo>
                    <a:pt x="179839" y="1605495"/>
                  </a:lnTo>
                  <a:lnTo>
                    <a:pt x="179839" y="1602498"/>
                  </a:lnTo>
                  <a:lnTo>
                    <a:pt x="179090" y="1601749"/>
                  </a:lnTo>
                  <a:close/>
                </a:path>
                <a:path w="3239770" h="1606550">
                  <a:moveTo>
                    <a:pt x="156592" y="1601749"/>
                  </a:moveTo>
                  <a:lnTo>
                    <a:pt x="144597" y="1601749"/>
                  </a:lnTo>
                  <a:lnTo>
                    <a:pt x="143847" y="1602498"/>
                  </a:lnTo>
                  <a:lnTo>
                    <a:pt x="143847" y="1605495"/>
                  </a:lnTo>
                  <a:lnTo>
                    <a:pt x="144597" y="1606245"/>
                  </a:lnTo>
                  <a:lnTo>
                    <a:pt x="156592" y="1606245"/>
                  </a:lnTo>
                  <a:lnTo>
                    <a:pt x="157346" y="1605495"/>
                  </a:lnTo>
                  <a:lnTo>
                    <a:pt x="157346" y="1602498"/>
                  </a:lnTo>
                  <a:lnTo>
                    <a:pt x="156592" y="1601749"/>
                  </a:lnTo>
                  <a:close/>
                </a:path>
                <a:path w="3239770" h="1606550">
                  <a:moveTo>
                    <a:pt x="134099" y="1601749"/>
                  </a:moveTo>
                  <a:lnTo>
                    <a:pt x="122099" y="1601749"/>
                  </a:lnTo>
                  <a:lnTo>
                    <a:pt x="121349" y="1602498"/>
                  </a:lnTo>
                  <a:lnTo>
                    <a:pt x="121349" y="1605495"/>
                  </a:lnTo>
                  <a:lnTo>
                    <a:pt x="122099" y="1606245"/>
                  </a:lnTo>
                  <a:lnTo>
                    <a:pt x="134099" y="1606245"/>
                  </a:lnTo>
                  <a:lnTo>
                    <a:pt x="134848" y="1605495"/>
                  </a:lnTo>
                  <a:lnTo>
                    <a:pt x="134848" y="1602498"/>
                  </a:lnTo>
                  <a:lnTo>
                    <a:pt x="134099" y="1601749"/>
                  </a:lnTo>
                  <a:close/>
                </a:path>
                <a:path w="3239770" h="1606550">
                  <a:moveTo>
                    <a:pt x="111601" y="1601749"/>
                  </a:moveTo>
                  <a:lnTo>
                    <a:pt x="99601" y="1601749"/>
                  </a:lnTo>
                  <a:lnTo>
                    <a:pt x="98851" y="1602498"/>
                  </a:lnTo>
                  <a:lnTo>
                    <a:pt x="98851" y="1605495"/>
                  </a:lnTo>
                  <a:lnTo>
                    <a:pt x="99601" y="1606245"/>
                  </a:lnTo>
                  <a:lnTo>
                    <a:pt x="111601" y="1606245"/>
                  </a:lnTo>
                  <a:lnTo>
                    <a:pt x="112350" y="1605495"/>
                  </a:lnTo>
                  <a:lnTo>
                    <a:pt x="112350" y="1602498"/>
                  </a:lnTo>
                  <a:lnTo>
                    <a:pt x="111601" y="1601749"/>
                  </a:lnTo>
                  <a:close/>
                </a:path>
                <a:path w="3239770" h="1606550">
                  <a:moveTo>
                    <a:pt x="89103" y="1601749"/>
                  </a:moveTo>
                  <a:lnTo>
                    <a:pt x="77108" y="1601749"/>
                  </a:lnTo>
                  <a:lnTo>
                    <a:pt x="76358" y="1602498"/>
                  </a:lnTo>
                  <a:lnTo>
                    <a:pt x="76358" y="1605495"/>
                  </a:lnTo>
                  <a:lnTo>
                    <a:pt x="77108" y="1606245"/>
                  </a:lnTo>
                  <a:lnTo>
                    <a:pt x="89103" y="1606245"/>
                  </a:lnTo>
                  <a:lnTo>
                    <a:pt x="89852" y="1605495"/>
                  </a:lnTo>
                  <a:lnTo>
                    <a:pt x="89852" y="1602498"/>
                  </a:lnTo>
                  <a:lnTo>
                    <a:pt x="89103" y="1601749"/>
                  </a:lnTo>
                  <a:close/>
                </a:path>
                <a:path w="3239770" h="1606550">
                  <a:moveTo>
                    <a:pt x="66606" y="1601749"/>
                  </a:moveTo>
                  <a:lnTo>
                    <a:pt x="54610" y="1601749"/>
                  </a:lnTo>
                  <a:lnTo>
                    <a:pt x="53860" y="1602498"/>
                  </a:lnTo>
                  <a:lnTo>
                    <a:pt x="53860" y="1605495"/>
                  </a:lnTo>
                  <a:lnTo>
                    <a:pt x="54610" y="1606245"/>
                  </a:lnTo>
                  <a:lnTo>
                    <a:pt x="66606" y="1606245"/>
                  </a:lnTo>
                  <a:lnTo>
                    <a:pt x="67359" y="1605495"/>
                  </a:lnTo>
                  <a:lnTo>
                    <a:pt x="67359" y="1602498"/>
                  </a:lnTo>
                  <a:lnTo>
                    <a:pt x="66606" y="1601749"/>
                  </a:lnTo>
                  <a:close/>
                </a:path>
                <a:path w="3239770" h="1606550">
                  <a:moveTo>
                    <a:pt x="32569" y="1601304"/>
                  </a:moveTo>
                  <a:lnTo>
                    <a:pt x="31734" y="1601952"/>
                  </a:lnTo>
                  <a:lnTo>
                    <a:pt x="31363" y="1604937"/>
                  </a:lnTo>
                  <a:lnTo>
                    <a:pt x="32012" y="1605762"/>
                  </a:lnTo>
                  <a:lnTo>
                    <a:pt x="35764" y="1606245"/>
                  </a:lnTo>
                  <a:lnTo>
                    <a:pt x="44113" y="1606245"/>
                  </a:lnTo>
                  <a:lnTo>
                    <a:pt x="44861" y="1605495"/>
                  </a:lnTo>
                  <a:lnTo>
                    <a:pt x="44861" y="1602498"/>
                  </a:lnTo>
                  <a:lnTo>
                    <a:pt x="44113" y="1601749"/>
                  </a:lnTo>
                  <a:lnTo>
                    <a:pt x="36164" y="1601749"/>
                  </a:lnTo>
                  <a:lnTo>
                    <a:pt x="32569" y="1601304"/>
                  </a:lnTo>
                  <a:close/>
                </a:path>
                <a:path w="3239770" h="1606550">
                  <a:moveTo>
                    <a:pt x="13977" y="1591500"/>
                  </a:moveTo>
                  <a:lnTo>
                    <a:pt x="12894" y="1591500"/>
                  </a:lnTo>
                  <a:lnTo>
                    <a:pt x="10830" y="1593684"/>
                  </a:lnTo>
                  <a:lnTo>
                    <a:pt x="10859" y="1594739"/>
                  </a:lnTo>
                  <a:lnTo>
                    <a:pt x="14307" y="1598002"/>
                  </a:lnTo>
                  <a:lnTo>
                    <a:pt x="16907" y="1599907"/>
                  </a:lnTo>
                  <a:lnTo>
                    <a:pt x="21064" y="1602206"/>
                  </a:lnTo>
                  <a:lnTo>
                    <a:pt x="22081" y="1601914"/>
                  </a:lnTo>
                  <a:lnTo>
                    <a:pt x="23534" y="1599285"/>
                  </a:lnTo>
                  <a:lnTo>
                    <a:pt x="23237" y="1598269"/>
                  </a:lnTo>
                  <a:lnTo>
                    <a:pt x="19417" y="1596161"/>
                  </a:lnTo>
                  <a:lnTo>
                    <a:pt x="17125" y="1594485"/>
                  </a:lnTo>
                  <a:lnTo>
                    <a:pt x="13977" y="1591500"/>
                  </a:lnTo>
                  <a:close/>
                </a:path>
                <a:path w="3239770" h="1606550">
                  <a:moveTo>
                    <a:pt x="3895" y="1571879"/>
                  </a:moveTo>
                  <a:lnTo>
                    <a:pt x="520" y="1572488"/>
                  </a:lnTo>
                  <a:lnTo>
                    <a:pt x="889" y="1572488"/>
                  </a:lnTo>
                  <a:lnTo>
                    <a:pt x="337" y="1573288"/>
                  </a:lnTo>
                  <a:lnTo>
                    <a:pt x="1181" y="1577987"/>
                  </a:lnTo>
                  <a:lnTo>
                    <a:pt x="2157" y="1581086"/>
                  </a:lnTo>
                  <a:lnTo>
                    <a:pt x="4166" y="1585429"/>
                  </a:lnTo>
                  <a:lnTo>
                    <a:pt x="5160" y="1585798"/>
                  </a:lnTo>
                  <a:lnTo>
                    <a:pt x="7882" y="1584528"/>
                  </a:lnTo>
                  <a:lnTo>
                    <a:pt x="8249" y="1583537"/>
                  </a:lnTo>
                  <a:lnTo>
                    <a:pt x="6404" y="1579549"/>
                  </a:lnTo>
                  <a:lnTo>
                    <a:pt x="5541" y="1576819"/>
                  </a:lnTo>
                  <a:lnTo>
                    <a:pt x="4762" y="1572488"/>
                  </a:lnTo>
                  <a:lnTo>
                    <a:pt x="3895" y="1571879"/>
                  </a:lnTo>
                  <a:close/>
                </a:path>
                <a:path w="3239770" h="1606550">
                  <a:moveTo>
                    <a:pt x="3750" y="1549806"/>
                  </a:moveTo>
                  <a:lnTo>
                    <a:pt x="749" y="1549806"/>
                  </a:lnTo>
                  <a:lnTo>
                    <a:pt x="0" y="1550555"/>
                  </a:lnTo>
                  <a:lnTo>
                    <a:pt x="0" y="1562557"/>
                  </a:lnTo>
                  <a:lnTo>
                    <a:pt x="749" y="1563306"/>
                  </a:lnTo>
                  <a:lnTo>
                    <a:pt x="3750" y="1563306"/>
                  </a:lnTo>
                  <a:lnTo>
                    <a:pt x="4499" y="1562557"/>
                  </a:lnTo>
                  <a:lnTo>
                    <a:pt x="4499" y="1550555"/>
                  </a:lnTo>
                  <a:lnTo>
                    <a:pt x="3750" y="1549806"/>
                  </a:lnTo>
                  <a:close/>
                </a:path>
                <a:path w="3239770" h="1606550">
                  <a:moveTo>
                    <a:pt x="3750" y="1527314"/>
                  </a:moveTo>
                  <a:lnTo>
                    <a:pt x="749" y="1527314"/>
                  </a:lnTo>
                  <a:lnTo>
                    <a:pt x="0" y="1528064"/>
                  </a:lnTo>
                  <a:lnTo>
                    <a:pt x="0" y="1540065"/>
                  </a:lnTo>
                  <a:lnTo>
                    <a:pt x="749" y="1540814"/>
                  </a:lnTo>
                  <a:lnTo>
                    <a:pt x="3750" y="1540814"/>
                  </a:lnTo>
                  <a:lnTo>
                    <a:pt x="4499" y="1540065"/>
                  </a:lnTo>
                  <a:lnTo>
                    <a:pt x="4499" y="1528064"/>
                  </a:lnTo>
                  <a:lnTo>
                    <a:pt x="3750" y="1527314"/>
                  </a:lnTo>
                  <a:close/>
                </a:path>
                <a:path w="3239770" h="1606550">
                  <a:moveTo>
                    <a:pt x="3750" y="1504810"/>
                  </a:moveTo>
                  <a:lnTo>
                    <a:pt x="749" y="1504810"/>
                  </a:lnTo>
                  <a:lnTo>
                    <a:pt x="0" y="1505559"/>
                  </a:lnTo>
                  <a:lnTo>
                    <a:pt x="0" y="1517561"/>
                  </a:lnTo>
                  <a:lnTo>
                    <a:pt x="749" y="1518310"/>
                  </a:lnTo>
                  <a:lnTo>
                    <a:pt x="3750" y="1518310"/>
                  </a:lnTo>
                  <a:lnTo>
                    <a:pt x="4499" y="1517561"/>
                  </a:lnTo>
                  <a:lnTo>
                    <a:pt x="4499" y="1505559"/>
                  </a:lnTo>
                  <a:lnTo>
                    <a:pt x="3750" y="1504810"/>
                  </a:lnTo>
                  <a:close/>
                </a:path>
                <a:path w="3239770" h="1606550">
                  <a:moveTo>
                    <a:pt x="3750" y="1482318"/>
                  </a:moveTo>
                  <a:lnTo>
                    <a:pt x="749" y="1482318"/>
                  </a:lnTo>
                  <a:lnTo>
                    <a:pt x="0" y="1483067"/>
                  </a:lnTo>
                  <a:lnTo>
                    <a:pt x="0" y="1495069"/>
                  </a:lnTo>
                  <a:lnTo>
                    <a:pt x="749" y="1495818"/>
                  </a:lnTo>
                  <a:lnTo>
                    <a:pt x="3750" y="1495818"/>
                  </a:lnTo>
                  <a:lnTo>
                    <a:pt x="4499" y="1495069"/>
                  </a:lnTo>
                  <a:lnTo>
                    <a:pt x="4499" y="1483067"/>
                  </a:lnTo>
                  <a:lnTo>
                    <a:pt x="3750" y="1482318"/>
                  </a:lnTo>
                  <a:close/>
                </a:path>
                <a:path w="3239770" h="1606550">
                  <a:moveTo>
                    <a:pt x="3750" y="1459826"/>
                  </a:moveTo>
                  <a:lnTo>
                    <a:pt x="749" y="1459826"/>
                  </a:lnTo>
                  <a:lnTo>
                    <a:pt x="0" y="1460576"/>
                  </a:lnTo>
                  <a:lnTo>
                    <a:pt x="0" y="1472577"/>
                  </a:lnTo>
                  <a:lnTo>
                    <a:pt x="749" y="1473327"/>
                  </a:lnTo>
                  <a:lnTo>
                    <a:pt x="3750" y="1473327"/>
                  </a:lnTo>
                  <a:lnTo>
                    <a:pt x="4499" y="1472577"/>
                  </a:lnTo>
                  <a:lnTo>
                    <a:pt x="4499" y="1460576"/>
                  </a:lnTo>
                  <a:lnTo>
                    <a:pt x="3750" y="1459826"/>
                  </a:lnTo>
                  <a:close/>
                </a:path>
                <a:path w="3239770" h="1606550">
                  <a:moveTo>
                    <a:pt x="3750" y="1437322"/>
                  </a:moveTo>
                  <a:lnTo>
                    <a:pt x="749" y="1437322"/>
                  </a:lnTo>
                  <a:lnTo>
                    <a:pt x="0" y="1438071"/>
                  </a:lnTo>
                  <a:lnTo>
                    <a:pt x="0" y="1450073"/>
                  </a:lnTo>
                  <a:lnTo>
                    <a:pt x="749" y="1450822"/>
                  </a:lnTo>
                  <a:lnTo>
                    <a:pt x="3750" y="1450822"/>
                  </a:lnTo>
                  <a:lnTo>
                    <a:pt x="4499" y="1450073"/>
                  </a:lnTo>
                  <a:lnTo>
                    <a:pt x="4499" y="1438071"/>
                  </a:lnTo>
                  <a:lnTo>
                    <a:pt x="3750" y="1437322"/>
                  </a:lnTo>
                  <a:close/>
                </a:path>
                <a:path w="3239770" h="1606550">
                  <a:moveTo>
                    <a:pt x="3750" y="1414830"/>
                  </a:moveTo>
                  <a:lnTo>
                    <a:pt x="749" y="1414830"/>
                  </a:lnTo>
                  <a:lnTo>
                    <a:pt x="0" y="1415580"/>
                  </a:lnTo>
                  <a:lnTo>
                    <a:pt x="0" y="1427581"/>
                  </a:lnTo>
                  <a:lnTo>
                    <a:pt x="749" y="1428330"/>
                  </a:lnTo>
                  <a:lnTo>
                    <a:pt x="3750" y="1428330"/>
                  </a:lnTo>
                  <a:lnTo>
                    <a:pt x="4499" y="1427581"/>
                  </a:lnTo>
                  <a:lnTo>
                    <a:pt x="4499" y="1415580"/>
                  </a:lnTo>
                  <a:lnTo>
                    <a:pt x="3750" y="1414830"/>
                  </a:lnTo>
                  <a:close/>
                </a:path>
                <a:path w="3239770" h="1606550">
                  <a:moveTo>
                    <a:pt x="3750" y="1392339"/>
                  </a:moveTo>
                  <a:lnTo>
                    <a:pt x="749" y="1392339"/>
                  </a:lnTo>
                  <a:lnTo>
                    <a:pt x="0" y="1393088"/>
                  </a:lnTo>
                  <a:lnTo>
                    <a:pt x="0" y="1405077"/>
                  </a:lnTo>
                  <a:lnTo>
                    <a:pt x="749" y="1405826"/>
                  </a:lnTo>
                  <a:lnTo>
                    <a:pt x="3750" y="1405826"/>
                  </a:lnTo>
                  <a:lnTo>
                    <a:pt x="4499" y="1405077"/>
                  </a:lnTo>
                  <a:lnTo>
                    <a:pt x="4499" y="1393088"/>
                  </a:lnTo>
                  <a:lnTo>
                    <a:pt x="3750" y="1392339"/>
                  </a:lnTo>
                  <a:close/>
                </a:path>
                <a:path w="3239770" h="1606550">
                  <a:moveTo>
                    <a:pt x="3750" y="1369834"/>
                  </a:moveTo>
                  <a:lnTo>
                    <a:pt x="749" y="1369834"/>
                  </a:lnTo>
                  <a:lnTo>
                    <a:pt x="0" y="1370584"/>
                  </a:lnTo>
                  <a:lnTo>
                    <a:pt x="0" y="1382585"/>
                  </a:lnTo>
                  <a:lnTo>
                    <a:pt x="749" y="1383334"/>
                  </a:lnTo>
                  <a:lnTo>
                    <a:pt x="3750" y="1383334"/>
                  </a:lnTo>
                  <a:lnTo>
                    <a:pt x="4499" y="1382585"/>
                  </a:lnTo>
                  <a:lnTo>
                    <a:pt x="4499" y="1370584"/>
                  </a:lnTo>
                  <a:lnTo>
                    <a:pt x="3750" y="1369834"/>
                  </a:lnTo>
                  <a:close/>
                </a:path>
                <a:path w="3239770" h="1606550">
                  <a:moveTo>
                    <a:pt x="3750" y="1347343"/>
                  </a:moveTo>
                  <a:lnTo>
                    <a:pt x="749" y="1347343"/>
                  </a:lnTo>
                  <a:lnTo>
                    <a:pt x="0" y="1348092"/>
                  </a:lnTo>
                  <a:lnTo>
                    <a:pt x="0" y="1360093"/>
                  </a:lnTo>
                  <a:lnTo>
                    <a:pt x="749" y="1360843"/>
                  </a:lnTo>
                  <a:lnTo>
                    <a:pt x="3750" y="1360843"/>
                  </a:lnTo>
                  <a:lnTo>
                    <a:pt x="4499" y="1360093"/>
                  </a:lnTo>
                  <a:lnTo>
                    <a:pt x="4499" y="1348092"/>
                  </a:lnTo>
                  <a:lnTo>
                    <a:pt x="3750" y="1347343"/>
                  </a:lnTo>
                  <a:close/>
                </a:path>
                <a:path w="3239770" h="1606550">
                  <a:moveTo>
                    <a:pt x="3750" y="1324838"/>
                  </a:moveTo>
                  <a:lnTo>
                    <a:pt x="749" y="1324838"/>
                  </a:lnTo>
                  <a:lnTo>
                    <a:pt x="0" y="1325600"/>
                  </a:lnTo>
                  <a:lnTo>
                    <a:pt x="0" y="1337589"/>
                  </a:lnTo>
                  <a:lnTo>
                    <a:pt x="749" y="1338338"/>
                  </a:lnTo>
                  <a:lnTo>
                    <a:pt x="3750" y="1338338"/>
                  </a:lnTo>
                  <a:lnTo>
                    <a:pt x="4499" y="1337589"/>
                  </a:lnTo>
                  <a:lnTo>
                    <a:pt x="4499" y="1325600"/>
                  </a:lnTo>
                  <a:lnTo>
                    <a:pt x="3750" y="1324838"/>
                  </a:lnTo>
                  <a:close/>
                </a:path>
                <a:path w="3239770" h="1606550">
                  <a:moveTo>
                    <a:pt x="3750" y="1302346"/>
                  </a:moveTo>
                  <a:lnTo>
                    <a:pt x="749" y="1302346"/>
                  </a:lnTo>
                  <a:lnTo>
                    <a:pt x="0" y="1303096"/>
                  </a:lnTo>
                  <a:lnTo>
                    <a:pt x="0" y="1315097"/>
                  </a:lnTo>
                  <a:lnTo>
                    <a:pt x="749" y="1315847"/>
                  </a:lnTo>
                  <a:lnTo>
                    <a:pt x="3750" y="1315847"/>
                  </a:lnTo>
                  <a:lnTo>
                    <a:pt x="4499" y="1315097"/>
                  </a:lnTo>
                  <a:lnTo>
                    <a:pt x="4499" y="1303096"/>
                  </a:lnTo>
                  <a:lnTo>
                    <a:pt x="3750" y="1302346"/>
                  </a:lnTo>
                  <a:close/>
                </a:path>
                <a:path w="3239770" h="1606550">
                  <a:moveTo>
                    <a:pt x="3750" y="1279855"/>
                  </a:moveTo>
                  <a:lnTo>
                    <a:pt x="749" y="1279855"/>
                  </a:lnTo>
                  <a:lnTo>
                    <a:pt x="0" y="1280604"/>
                  </a:lnTo>
                  <a:lnTo>
                    <a:pt x="0" y="1292606"/>
                  </a:lnTo>
                  <a:lnTo>
                    <a:pt x="749" y="1293355"/>
                  </a:lnTo>
                  <a:lnTo>
                    <a:pt x="3750" y="1293355"/>
                  </a:lnTo>
                  <a:lnTo>
                    <a:pt x="4499" y="1292606"/>
                  </a:lnTo>
                  <a:lnTo>
                    <a:pt x="4499" y="1280604"/>
                  </a:lnTo>
                  <a:lnTo>
                    <a:pt x="3750" y="1279855"/>
                  </a:lnTo>
                  <a:close/>
                </a:path>
                <a:path w="3239770" h="1606550">
                  <a:moveTo>
                    <a:pt x="3750" y="1257350"/>
                  </a:moveTo>
                  <a:lnTo>
                    <a:pt x="749" y="1257350"/>
                  </a:lnTo>
                  <a:lnTo>
                    <a:pt x="0" y="1258100"/>
                  </a:lnTo>
                  <a:lnTo>
                    <a:pt x="0" y="1270101"/>
                  </a:lnTo>
                  <a:lnTo>
                    <a:pt x="749" y="1270850"/>
                  </a:lnTo>
                  <a:lnTo>
                    <a:pt x="3750" y="1270850"/>
                  </a:lnTo>
                  <a:lnTo>
                    <a:pt x="4499" y="1270101"/>
                  </a:lnTo>
                  <a:lnTo>
                    <a:pt x="4499" y="1258100"/>
                  </a:lnTo>
                  <a:lnTo>
                    <a:pt x="3750" y="1257350"/>
                  </a:lnTo>
                  <a:close/>
                </a:path>
                <a:path w="3239770" h="1606550">
                  <a:moveTo>
                    <a:pt x="3750" y="1234859"/>
                  </a:moveTo>
                  <a:lnTo>
                    <a:pt x="749" y="1234859"/>
                  </a:lnTo>
                  <a:lnTo>
                    <a:pt x="0" y="1235608"/>
                  </a:lnTo>
                  <a:lnTo>
                    <a:pt x="0" y="1247609"/>
                  </a:lnTo>
                  <a:lnTo>
                    <a:pt x="749" y="1248359"/>
                  </a:lnTo>
                  <a:lnTo>
                    <a:pt x="3750" y="1248359"/>
                  </a:lnTo>
                  <a:lnTo>
                    <a:pt x="4499" y="1247609"/>
                  </a:lnTo>
                  <a:lnTo>
                    <a:pt x="4499" y="1235608"/>
                  </a:lnTo>
                  <a:lnTo>
                    <a:pt x="3750" y="1234859"/>
                  </a:lnTo>
                  <a:close/>
                </a:path>
                <a:path w="3239770" h="1606550">
                  <a:moveTo>
                    <a:pt x="3750" y="1212367"/>
                  </a:moveTo>
                  <a:lnTo>
                    <a:pt x="749" y="1212367"/>
                  </a:lnTo>
                  <a:lnTo>
                    <a:pt x="0" y="1213116"/>
                  </a:lnTo>
                  <a:lnTo>
                    <a:pt x="0" y="1225105"/>
                  </a:lnTo>
                  <a:lnTo>
                    <a:pt x="749" y="1225867"/>
                  </a:lnTo>
                  <a:lnTo>
                    <a:pt x="3750" y="1225867"/>
                  </a:lnTo>
                  <a:lnTo>
                    <a:pt x="4499" y="1225105"/>
                  </a:lnTo>
                  <a:lnTo>
                    <a:pt x="4499" y="1213116"/>
                  </a:lnTo>
                  <a:lnTo>
                    <a:pt x="3750" y="1212367"/>
                  </a:lnTo>
                  <a:close/>
                </a:path>
                <a:path w="3239770" h="1606550">
                  <a:moveTo>
                    <a:pt x="3750" y="1189863"/>
                  </a:moveTo>
                  <a:lnTo>
                    <a:pt x="749" y="1189863"/>
                  </a:lnTo>
                  <a:lnTo>
                    <a:pt x="0" y="1190612"/>
                  </a:lnTo>
                  <a:lnTo>
                    <a:pt x="0" y="1202613"/>
                  </a:lnTo>
                  <a:lnTo>
                    <a:pt x="749" y="1203363"/>
                  </a:lnTo>
                  <a:lnTo>
                    <a:pt x="3750" y="1203363"/>
                  </a:lnTo>
                  <a:lnTo>
                    <a:pt x="4499" y="1202613"/>
                  </a:lnTo>
                  <a:lnTo>
                    <a:pt x="4499" y="1190612"/>
                  </a:lnTo>
                  <a:lnTo>
                    <a:pt x="3750" y="1189863"/>
                  </a:lnTo>
                  <a:close/>
                </a:path>
                <a:path w="3239770" h="1606550">
                  <a:moveTo>
                    <a:pt x="3750" y="1167371"/>
                  </a:moveTo>
                  <a:lnTo>
                    <a:pt x="749" y="1167371"/>
                  </a:lnTo>
                  <a:lnTo>
                    <a:pt x="0" y="1168120"/>
                  </a:lnTo>
                  <a:lnTo>
                    <a:pt x="0" y="1180122"/>
                  </a:lnTo>
                  <a:lnTo>
                    <a:pt x="749" y="1180871"/>
                  </a:lnTo>
                  <a:lnTo>
                    <a:pt x="3750" y="1180871"/>
                  </a:lnTo>
                  <a:lnTo>
                    <a:pt x="4499" y="1180122"/>
                  </a:lnTo>
                  <a:lnTo>
                    <a:pt x="4499" y="1168120"/>
                  </a:lnTo>
                  <a:lnTo>
                    <a:pt x="3750" y="1167371"/>
                  </a:lnTo>
                  <a:close/>
                </a:path>
                <a:path w="3239770" h="1606550">
                  <a:moveTo>
                    <a:pt x="3750" y="1144879"/>
                  </a:moveTo>
                  <a:lnTo>
                    <a:pt x="749" y="1144879"/>
                  </a:lnTo>
                  <a:lnTo>
                    <a:pt x="0" y="1145628"/>
                  </a:lnTo>
                  <a:lnTo>
                    <a:pt x="0" y="1157617"/>
                  </a:lnTo>
                  <a:lnTo>
                    <a:pt x="749" y="1158367"/>
                  </a:lnTo>
                  <a:lnTo>
                    <a:pt x="3750" y="1158367"/>
                  </a:lnTo>
                  <a:lnTo>
                    <a:pt x="4499" y="1157617"/>
                  </a:lnTo>
                  <a:lnTo>
                    <a:pt x="4499" y="1145628"/>
                  </a:lnTo>
                  <a:lnTo>
                    <a:pt x="3750" y="1144879"/>
                  </a:lnTo>
                  <a:close/>
                </a:path>
                <a:path w="3239770" h="1606550">
                  <a:moveTo>
                    <a:pt x="3750" y="1122375"/>
                  </a:moveTo>
                  <a:lnTo>
                    <a:pt x="749" y="1122375"/>
                  </a:lnTo>
                  <a:lnTo>
                    <a:pt x="0" y="1123124"/>
                  </a:lnTo>
                  <a:lnTo>
                    <a:pt x="0" y="1135126"/>
                  </a:lnTo>
                  <a:lnTo>
                    <a:pt x="749" y="1135875"/>
                  </a:lnTo>
                  <a:lnTo>
                    <a:pt x="3750" y="1135875"/>
                  </a:lnTo>
                  <a:lnTo>
                    <a:pt x="4499" y="1135126"/>
                  </a:lnTo>
                  <a:lnTo>
                    <a:pt x="4499" y="1123124"/>
                  </a:lnTo>
                  <a:lnTo>
                    <a:pt x="3750" y="1122375"/>
                  </a:lnTo>
                  <a:close/>
                </a:path>
                <a:path w="3239770" h="1606550">
                  <a:moveTo>
                    <a:pt x="3750" y="1099883"/>
                  </a:moveTo>
                  <a:lnTo>
                    <a:pt x="749" y="1099883"/>
                  </a:lnTo>
                  <a:lnTo>
                    <a:pt x="0" y="1100632"/>
                  </a:lnTo>
                  <a:lnTo>
                    <a:pt x="0" y="1112634"/>
                  </a:lnTo>
                  <a:lnTo>
                    <a:pt x="749" y="1113383"/>
                  </a:lnTo>
                  <a:lnTo>
                    <a:pt x="3750" y="1113383"/>
                  </a:lnTo>
                  <a:lnTo>
                    <a:pt x="4499" y="1112634"/>
                  </a:lnTo>
                  <a:lnTo>
                    <a:pt x="4499" y="1100632"/>
                  </a:lnTo>
                  <a:lnTo>
                    <a:pt x="3750" y="1099883"/>
                  </a:lnTo>
                  <a:close/>
                </a:path>
                <a:path w="3239770" h="1606550">
                  <a:moveTo>
                    <a:pt x="3750" y="1077379"/>
                  </a:moveTo>
                  <a:lnTo>
                    <a:pt x="749" y="1077379"/>
                  </a:lnTo>
                  <a:lnTo>
                    <a:pt x="0" y="1078128"/>
                  </a:lnTo>
                  <a:lnTo>
                    <a:pt x="0" y="1090129"/>
                  </a:lnTo>
                  <a:lnTo>
                    <a:pt x="749" y="1090879"/>
                  </a:lnTo>
                  <a:lnTo>
                    <a:pt x="3750" y="1090879"/>
                  </a:lnTo>
                  <a:lnTo>
                    <a:pt x="4499" y="1090129"/>
                  </a:lnTo>
                  <a:lnTo>
                    <a:pt x="4499" y="1078128"/>
                  </a:lnTo>
                  <a:lnTo>
                    <a:pt x="3750" y="1077379"/>
                  </a:lnTo>
                  <a:close/>
                </a:path>
                <a:path w="3239770" h="1606550">
                  <a:moveTo>
                    <a:pt x="3750" y="1054887"/>
                  </a:moveTo>
                  <a:lnTo>
                    <a:pt x="749" y="1054887"/>
                  </a:lnTo>
                  <a:lnTo>
                    <a:pt x="0" y="1055636"/>
                  </a:lnTo>
                  <a:lnTo>
                    <a:pt x="0" y="1067638"/>
                  </a:lnTo>
                  <a:lnTo>
                    <a:pt x="749" y="1068387"/>
                  </a:lnTo>
                  <a:lnTo>
                    <a:pt x="3750" y="1068387"/>
                  </a:lnTo>
                  <a:lnTo>
                    <a:pt x="4499" y="1067638"/>
                  </a:lnTo>
                  <a:lnTo>
                    <a:pt x="4499" y="1055636"/>
                  </a:lnTo>
                  <a:lnTo>
                    <a:pt x="3750" y="1054887"/>
                  </a:lnTo>
                  <a:close/>
                </a:path>
                <a:path w="3239770" h="1606550">
                  <a:moveTo>
                    <a:pt x="3750" y="1032395"/>
                  </a:moveTo>
                  <a:lnTo>
                    <a:pt x="749" y="1032395"/>
                  </a:lnTo>
                  <a:lnTo>
                    <a:pt x="0" y="1033145"/>
                  </a:lnTo>
                  <a:lnTo>
                    <a:pt x="0" y="1045133"/>
                  </a:lnTo>
                  <a:lnTo>
                    <a:pt x="749" y="1045895"/>
                  </a:lnTo>
                  <a:lnTo>
                    <a:pt x="3750" y="1045895"/>
                  </a:lnTo>
                  <a:lnTo>
                    <a:pt x="4499" y="1045133"/>
                  </a:lnTo>
                  <a:lnTo>
                    <a:pt x="4499" y="1033145"/>
                  </a:lnTo>
                  <a:lnTo>
                    <a:pt x="3750" y="1032395"/>
                  </a:lnTo>
                  <a:close/>
                </a:path>
                <a:path w="3239770" h="1606550">
                  <a:moveTo>
                    <a:pt x="3750" y="1009891"/>
                  </a:moveTo>
                  <a:lnTo>
                    <a:pt x="749" y="1009891"/>
                  </a:lnTo>
                  <a:lnTo>
                    <a:pt x="0" y="1010640"/>
                  </a:lnTo>
                  <a:lnTo>
                    <a:pt x="0" y="1022642"/>
                  </a:lnTo>
                  <a:lnTo>
                    <a:pt x="749" y="1023391"/>
                  </a:lnTo>
                  <a:lnTo>
                    <a:pt x="3750" y="1023391"/>
                  </a:lnTo>
                  <a:lnTo>
                    <a:pt x="4499" y="1022642"/>
                  </a:lnTo>
                  <a:lnTo>
                    <a:pt x="4499" y="1010640"/>
                  </a:lnTo>
                  <a:lnTo>
                    <a:pt x="3750" y="1009891"/>
                  </a:lnTo>
                  <a:close/>
                </a:path>
                <a:path w="3239770" h="1606550">
                  <a:moveTo>
                    <a:pt x="3750" y="987399"/>
                  </a:moveTo>
                  <a:lnTo>
                    <a:pt x="749" y="987399"/>
                  </a:lnTo>
                  <a:lnTo>
                    <a:pt x="0" y="988148"/>
                  </a:lnTo>
                  <a:lnTo>
                    <a:pt x="0" y="1000150"/>
                  </a:lnTo>
                  <a:lnTo>
                    <a:pt x="749" y="1000899"/>
                  </a:lnTo>
                  <a:lnTo>
                    <a:pt x="3750" y="1000899"/>
                  </a:lnTo>
                  <a:lnTo>
                    <a:pt x="4499" y="1000150"/>
                  </a:lnTo>
                  <a:lnTo>
                    <a:pt x="4499" y="988148"/>
                  </a:lnTo>
                  <a:lnTo>
                    <a:pt x="3750" y="987399"/>
                  </a:lnTo>
                  <a:close/>
                </a:path>
                <a:path w="3239770" h="1606550">
                  <a:moveTo>
                    <a:pt x="3750" y="964907"/>
                  </a:moveTo>
                  <a:lnTo>
                    <a:pt x="749" y="964907"/>
                  </a:lnTo>
                  <a:lnTo>
                    <a:pt x="0" y="965657"/>
                  </a:lnTo>
                  <a:lnTo>
                    <a:pt x="0" y="977646"/>
                  </a:lnTo>
                  <a:lnTo>
                    <a:pt x="749" y="978395"/>
                  </a:lnTo>
                  <a:lnTo>
                    <a:pt x="3750" y="978395"/>
                  </a:lnTo>
                  <a:lnTo>
                    <a:pt x="4499" y="977646"/>
                  </a:lnTo>
                  <a:lnTo>
                    <a:pt x="4499" y="965657"/>
                  </a:lnTo>
                  <a:lnTo>
                    <a:pt x="3750" y="964907"/>
                  </a:lnTo>
                  <a:close/>
                </a:path>
                <a:path w="3239770" h="1606550">
                  <a:moveTo>
                    <a:pt x="3750" y="942403"/>
                  </a:moveTo>
                  <a:lnTo>
                    <a:pt x="749" y="942403"/>
                  </a:lnTo>
                  <a:lnTo>
                    <a:pt x="0" y="943152"/>
                  </a:lnTo>
                  <a:lnTo>
                    <a:pt x="0" y="955154"/>
                  </a:lnTo>
                  <a:lnTo>
                    <a:pt x="749" y="955903"/>
                  </a:lnTo>
                  <a:lnTo>
                    <a:pt x="3750" y="955903"/>
                  </a:lnTo>
                  <a:lnTo>
                    <a:pt x="4499" y="955154"/>
                  </a:lnTo>
                  <a:lnTo>
                    <a:pt x="4499" y="943152"/>
                  </a:lnTo>
                  <a:lnTo>
                    <a:pt x="3750" y="942403"/>
                  </a:lnTo>
                  <a:close/>
                </a:path>
                <a:path w="3239770" h="1606550">
                  <a:moveTo>
                    <a:pt x="3750" y="919911"/>
                  </a:moveTo>
                  <a:lnTo>
                    <a:pt x="749" y="919911"/>
                  </a:lnTo>
                  <a:lnTo>
                    <a:pt x="0" y="920661"/>
                  </a:lnTo>
                  <a:lnTo>
                    <a:pt x="0" y="932649"/>
                  </a:lnTo>
                  <a:lnTo>
                    <a:pt x="749" y="933399"/>
                  </a:lnTo>
                  <a:lnTo>
                    <a:pt x="3750" y="933399"/>
                  </a:lnTo>
                  <a:lnTo>
                    <a:pt x="4499" y="932649"/>
                  </a:lnTo>
                  <a:lnTo>
                    <a:pt x="4499" y="920661"/>
                  </a:lnTo>
                  <a:lnTo>
                    <a:pt x="3750" y="919911"/>
                  </a:lnTo>
                  <a:close/>
                </a:path>
                <a:path w="3239770" h="1606550">
                  <a:moveTo>
                    <a:pt x="3750" y="897407"/>
                  </a:moveTo>
                  <a:lnTo>
                    <a:pt x="749" y="897407"/>
                  </a:lnTo>
                  <a:lnTo>
                    <a:pt x="0" y="898156"/>
                  </a:lnTo>
                  <a:lnTo>
                    <a:pt x="0" y="910158"/>
                  </a:lnTo>
                  <a:lnTo>
                    <a:pt x="749" y="910907"/>
                  </a:lnTo>
                  <a:lnTo>
                    <a:pt x="3750" y="910907"/>
                  </a:lnTo>
                  <a:lnTo>
                    <a:pt x="4499" y="910158"/>
                  </a:lnTo>
                  <a:lnTo>
                    <a:pt x="4499" y="898156"/>
                  </a:lnTo>
                  <a:lnTo>
                    <a:pt x="3750" y="897407"/>
                  </a:lnTo>
                  <a:close/>
                </a:path>
                <a:path w="3239770" h="1606550">
                  <a:moveTo>
                    <a:pt x="3750" y="874915"/>
                  </a:moveTo>
                  <a:lnTo>
                    <a:pt x="749" y="874915"/>
                  </a:lnTo>
                  <a:lnTo>
                    <a:pt x="0" y="875665"/>
                  </a:lnTo>
                  <a:lnTo>
                    <a:pt x="0" y="887666"/>
                  </a:lnTo>
                  <a:lnTo>
                    <a:pt x="749" y="888415"/>
                  </a:lnTo>
                  <a:lnTo>
                    <a:pt x="3750" y="888415"/>
                  </a:lnTo>
                  <a:lnTo>
                    <a:pt x="4499" y="887666"/>
                  </a:lnTo>
                  <a:lnTo>
                    <a:pt x="4499" y="875665"/>
                  </a:lnTo>
                  <a:lnTo>
                    <a:pt x="3750" y="874915"/>
                  </a:lnTo>
                  <a:close/>
                </a:path>
                <a:path w="3239770" h="1606550">
                  <a:moveTo>
                    <a:pt x="3750" y="852424"/>
                  </a:moveTo>
                  <a:lnTo>
                    <a:pt x="749" y="852424"/>
                  </a:lnTo>
                  <a:lnTo>
                    <a:pt x="0" y="853173"/>
                  </a:lnTo>
                  <a:lnTo>
                    <a:pt x="0" y="865162"/>
                  </a:lnTo>
                  <a:lnTo>
                    <a:pt x="749" y="865911"/>
                  </a:lnTo>
                  <a:lnTo>
                    <a:pt x="3750" y="865911"/>
                  </a:lnTo>
                  <a:lnTo>
                    <a:pt x="4499" y="865162"/>
                  </a:lnTo>
                  <a:lnTo>
                    <a:pt x="4499" y="853173"/>
                  </a:lnTo>
                  <a:lnTo>
                    <a:pt x="3750" y="852424"/>
                  </a:lnTo>
                  <a:close/>
                </a:path>
                <a:path w="3239770" h="1606550">
                  <a:moveTo>
                    <a:pt x="3750" y="829919"/>
                  </a:moveTo>
                  <a:lnTo>
                    <a:pt x="749" y="829919"/>
                  </a:lnTo>
                  <a:lnTo>
                    <a:pt x="0" y="830668"/>
                  </a:lnTo>
                  <a:lnTo>
                    <a:pt x="0" y="842670"/>
                  </a:lnTo>
                  <a:lnTo>
                    <a:pt x="749" y="843419"/>
                  </a:lnTo>
                  <a:lnTo>
                    <a:pt x="3750" y="843419"/>
                  </a:lnTo>
                  <a:lnTo>
                    <a:pt x="4499" y="842670"/>
                  </a:lnTo>
                  <a:lnTo>
                    <a:pt x="4499" y="830668"/>
                  </a:lnTo>
                  <a:lnTo>
                    <a:pt x="3750" y="829919"/>
                  </a:lnTo>
                  <a:close/>
                </a:path>
                <a:path w="3239770" h="1606550">
                  <a:moveTo>
                    <a:pt x="3750" y="807427"/>
                  </a:moveTo>
                  <a:lnTo>
                    <a:pt x="749" y="807427"/>
                  </a:lnTo>
                  <a:lnTo>
                    <a:pt x="0" y="808177"/>
                  </a:lnTo>
                  <a:lnTo>
                    <a:pt x="0" y="820166"/>
                  </a:lnTo>
                  <a:lnTo>
                    <a:pt x="749" y="820915"/>
                  </a:lnTo>
                  <a:lnTo>
                    <a:pt x="3750" y="820915"/>
                  </a:lnTo>
                  <a:lnTo>
                    <a:pt x="4499" y="820166"/>
                  </a:lnTo>
                  <a:lnTo>
                    <a:pt x="4499" y="808177"/>
                  </a:lnTo>
                  <a:lnTo>
                    <a:pt x="3750" y="807427"/>
                  </a:lnTo>
                  <a:close/>
                </a:path>
                <a:path w="3239770" h="1606550">
                  <a:moveTo>
                    <a:pt x="3750" y="784923"/>
                  </a:moveTo>
                  <a:lnTo>
                    <a:pt x="749" y="784923"/>
                  </a:lnTo>
                  <a:lnTo>
                    <a:pt x="0" y="785672"/>
                  </a:lnTo>
                  <a:lnTo>
                    <a:pt x="0" y="797674"/>
                  </a:lnTo>
                  <a:lnTo>
                    <a:pt x="749" y="798423"/>
                  </a:lnTo>
                  <a:lnTo>
                    <a:pt x="3750" y="798423"/>
                  </a:lnTo>
                  <a:lnTo>
                    <a:pt x="4499" y="797674"/>
                  </a:lnTo>
                  <a:lnTo>
                    <a:pt x="4499" y="785672"/>
                  </a:lnTo>
                  <a:lnTo>
                    <a:pt x="3750" y="784923"/>
                  </a:lnTo>
                  <a:close/>
                </a:path>
                <a:path w="3239770" h="1606550">
                  <a:moveTo>
                    <a:pt x="3750" y="762431"/>
                  </a:moveTo>
                  <a:lnTo>
                    <a:pt x="749" y="762431"/>
                  </a:lnTo>
                  <a:lnTo>
                    <a:pt x="0" y="763181"/>
                  </a:lnTo>
                  <a:lnTo>
                    <a:pt x="0" y="775182"/>
                  </a:lnTo>
                  <a:lnTo>
                    <a:pt x="749" y="775931"/>
                  </a:lnTo>
                  <a:lnTo>
                    <a:pt x="3750" y="775931"/>
                  </a:lnTo>
                  <a:lnTo>
                    <a:pt x="4499" y="775182"/>
                  </a:lnTo>
                  <a:lnTo>
                    <a:pt x="4499" y="763181"/>
                  </a:lnTo>
                  <a:lnTo>
                    <a:pt x="3750" y="762431"/>
                  </a:lnTo>
                  <a:close/>
                </a:path>
                <a:path w="3239770" h="1606550">
                  <a:moveTo>
                    <a:pt x="3750" y="739927"/>
                  </a:moveTo>
                  <a:lnTo>
                    <a:pt x="749" y="739927"/>
                  </a:lnTo>
                  <a:lnTo>
                    <a:pt x="0" y="740676"/>
                  </a:lnTo>
                  <a:lnTo>
                    <a:pt x="0" y="752678"/>
                  </a:lnTo>
                  <a:lnTo>
                    <a:pt x="749" y="753427"/>
                  </a:lnTo>
                  <a:lnTo>
                    <a:pt x="3750" y="753427"/>
                  </a:lnTo>
                  <a:lnTo>
                    <a:pt x="4499" y="752678"/>
                  </a:lnTo>
                  <a:lnTo>
                    <a:pt x="4499" y="740676"/>
                  </a:lnTo>
                  <a:lnTo>
                    <a:pt x="3750" y="739927"/>
                  </a:lnTo>
                  <a:close/>
                </a:path>
                <a:path w="3239770" h="1606550">
                  <a:moveTo>
                    <a:pt x="3750" y="717435"/>
                  </a:moveTo>
                  <a:lnTo>
                    <a:pt x="749" y="717435"/>
                  </a:lnTo>
                  <a:lnTo>
                    <a:pt x="0" y="718185"/>
                  </a:lnTo>
                  <a:lnTo>
                    <a:pt x="0" y="730186"/>
                  </a:lnTo>
                  <a:lnTo>
                    <a:pt x="749" y="730935"/>
                  </a:lnTo>
                  <a:lnTo>
                    <a:pt x="3750" y="730935"/>
                  </a:lnTo>
                  <a:lnTo>
                    <a:pt x="4499" y="730186"/>
                  </a:lnTo>
                  <a:lnTo>
                    <a:pt x="4499" y="718185"/>
                  </a:lnTo>
                  <a:lnTo>
                    <a:pt x="3750" y="717435"/>
                  </a:lnTo>
                  <a:close/>
                </a:path>
                <a:path w="3239770" h="1606550">
                  <a:moveTo>
                    <a:pt x="3750" y="694944"/>
                  </a:moveTo>
                  <a:lnTo>
                    <a:pt x="749" y="694944"/>
                  </a:lnTo>
                  <a:lnTo>
                    <a:pt x="0" y="695693"/>
                  </a:lnTo>
                  <a:lnTo>
                    <a:pt x="0" y="707682"/>
                  </a:lnTo>
                  <a:lnTo>
                    <a:pt x="749" y="708444"/>
                  </a:lnTo>
                  <a:lnTo>
                    <a:pt x="3750" y="708444"/>
                  </a:lnTo>
                  <a:lnTo>
                    <a:pt x="4499" y="707682"/>
                  </a:lnTo>
                  <a:lnTo>
                    <a:pt x="4499" y="695693"/>
                  </a:lnTo>
                  <a:lnTo>
                    <a:pt x="3750" y="694944"/>
                  </a:lnTo>
                  <a:close/>
                </a:path>
                <a:path w="3239770" h="1606550">
                  <a:moveTo>
                    <a:pt x="3750" y="672439"/>
                  </a:moveTo>
                  <a:lnTo>
                    <a:pt x="749" y="672439"/>
                  </a:lnTo>
                  <a:lnTo>
                    <a:pt x="0" y="673188"/>
                  </a:lnTo>
                  <a:lnTo>
                    <a:pt x="0" y="685190"/>
                  </a:lnTo>
                  <a:lnTo>
                    <a:pt x="749" y="685939"/>
                  </a:lnTo>
                  <a:lnTo>
                    <a:pt x="3750" y="685939"/>
                  </a:lnTo>
                  <a:lnTo>
                    <a:pt x="4499" y="685190"/>
                  </a:lnTo>
                  <a:lnTo>
                    <a:pt x="4499" y="673188"/>
                  </a:lnTo>
                  <a:lnTo>
                    <a:pt x="3750" y="672439"/>
                  </a:lnTo>
                  <a:close/>
                </a:path>
                <a:path w="3239770" h="1606550">
                  <a:moveTo>
                    <a:pt x="3750" y="649947"/>
                  </a:moveTo>
                  <a:lnTo>
                    <a:pt x="749" y="649947"/>
                  </a:lnTo>
                  <a:lnTo>
                    <a:pt x="0" y="650697"/>
                  </a:lnTo>
                  <a:lnTo>
                    <a:pt x="0" y="662698"/>
                  </a:lnTo>
                  <a:lnTo>
                    <a:pt x="749" y="663448"/>
                  </a:lnTo>
                  <a:lnTo>
                    <a:pt x="3750" y="663448"/>
                  </a:lnTo>
                  <a:lnTo>
                    <a:pt x="4499" y="662698"/>
                  </a:lnTo>
                  <a:lnTo>
                    <a:pt x="4499" y="650697"/>
                  </a:lnTo>
                  <a:lnTo>
                    <a:pt x="3750" y="649947"/>
                  </a:lnTo>
                  <a:close/>
                </a:path>
                <a:path w="3239770" h="1606550">
                  <a:moveTo>
                    <a:pt x="3750" y="627456"/>
                  </a:moveTo>
                  <a:lnTo>
                    <a:pt x="749" y="627456"/>
                  </a:lnTo>
                  <a:lnTo>
                    <a:pt x="0" y="628205"/>
                  </a:lnTo>
                  <a:lnTo>
                    <a:pt x="0" y="640194"/>
                  </a:lnTo>
                  <a:lnTo>
                    <a:pt x="749" y="640943"/>
                  </a:lnTo>
                  <a:lnTo>
                    <a:pt x="3750" y="640943"/>
                  </a:lnTo>
                  <a:lnTo>
                    <a:pt x="4499" y="640194"/>
                  </a:lnTo>
                  <a:lnTo>
                    <a:pt x="4499" y="628205"/>
                  </a:lnTo>
                  <a:lnTo>
                    <a:pt x="3750" y="627456"/>
                  </a:lnTo>
                  <a:close/>
                </a:path>
                <a:path w="3239770" h="1606550">
                  <a:moveTo>
                    <a:pt x="3750" y="604951"/>
                  </a:moveTo>
                  <a:lnTo>
                    <a:pt x="749" y="604951"/>
                  </a:lnTo>
                  <a:lnTo>
                    <a:pt x="0" y="605701"/>
                  </a:lnTo>
                  <a:lnTo>
                    <a:pt x="0" y="617702"/>
                  </a:lnTo>
                  <a:lnTo>
                    <a:pt x="749" y="618451"/>
                  </a:lnTo>
                  <a:lnTo>
                    <a:pt x="3750" y="618451"/>
                  </a:lnTo>
                  <a:lnTo>
                    <a:pt x="4499" y="617702"/>
                  </a:lnTo>
                  <a:lnTo>
                    <a:pt x="4499" y="605701"/>
                  </a:lnTo>
                  <a:lnTo>
                    <a:pt x="3750" y="604951"/>
                  </a:lnTo>
                  <a:close/>
                </a:path>
                <a:path w="3239770" h="1606550">
                  <a:moveTo>
                    <a:pt x="3750" y="582460"/>
                  </a:moveTo>
                  <a:lnTo>
                    <a:pt x="749" y="582460"/>
                  </a:lnTo>
                  <a:lnTo>
                    <a:pt x="0" y="583209"/>
                  </a:lnTo>
                  <a:lnTo>
                    <a:pt x="0" y="595210"/>
                  </a:lnTo>
                  <a:lnTo>
                    <a:pt x="749" y="595960"/>
                  </a:lnTo>
                  <a:lnTo>
                    <a:pt x="3750" y="595960"/>
                  </a:lnTo>
                  <a:lnTo>
                    <a:pt x="4499" y="595210"/>
                  </a:lnTo>
                  <a:lnTo>
                    <a:pt x="4499" y="583209"/>
                  </a:lnTo>
                  <a:lnTo>
                    <a:pt x="3750" y="582460"/>
                  </a:lnTo>
                  <a:close/>
                </a:path>
                <a:path w="3239770" h="1606550">
                  <a:moveTo>
                    <a:pt x="3750" y="559955"/>
                  </a:moveTo>
                  <a:lnTo>
                    <a:pt x="749" y="559955"/>
                  </a:lnTo>
                  <a:lnTo>
                    <a:pt x="0" y="560705"/>
                  </a:lnTo>
                  <a:lnTo>
                    <a:pt x="0" y="572706"/>
                  </a:lnTo>
                  <a:lnTo>
                    <a:pt x="749" y="573455"/>
                  </a:lnTo>
                  <a:lnTo>
                    <a:pt x="3750" y="573455"/>
                  </a:lnTo>
                  <a:lnTo>
                    <a:pt x="4499" y="572706"/>
                  </a:lnTo>
                  <a:lnTo>
                    <a:pt x="4499" y="560705"/>
                  </a:lnTo>
                  <a:lnTo>
                    <a:pt x="3750" y="559955"/>
                  </a:lnTo>
                  <a:close/>
                </a:path>
                <a:path w="3239770" h="1606550">
                  <a:moveTo>
                    <a:pt x="3750" y="537464"/>
                  </a:moveTo>
                  <a:lnTo>
                    <a:pt x="749" y="537464"/>
                  </a:lnTo>
                  <a:lnTo>
                    <a:pt x="0" y="538213"/>
                  </a:lnTo>
                  <a:lnTo>
                    <a:pt x="0" y="550214"/>
                  </a:lnTo>
                  <a:lnTo>
                    <a:pt x="749" y="550964"/>
                  </a:lnTo>
                  <a:lnTo>
                    <a:pt x="3750" y="550964"/>
                  </a:lnTo>
                  <a:lnTo>
                    <a:pt x="4499" y="550214"/>
                  </a:lnTo>
                  <a:lnTo>
                    <a:pt x="4499" y="538213"/>
                  </a:lnTo>
                  <a:lnTo>
                    <a:pt x="3750" y="537464"/>
                  </a:lnTo>
                  <a:close/>
                </a:path>
                <a:path w="3239770" h="1606550">
                  <a:moveTo>
                    <a:pt x="3750" y="514972"/>
                  </a:moveTo>
                  <a:lnTo>
                    <a:pt x="749" y="514972"/>
                  </a:lnTo>
                  <a:lnTo>
                    <a:pt x="0" y="515721"/>
                  </a:lnTo>
                  <a:lnTo>
                    <a:pt x="0" y="527723"/>
                  </a:lnTo>
                  <a:lnTo>
                    <a:pt x="749" y="528472"/>
                  </a:lnTo>
                  <a:lnTo>
                    <a:pt x="3750" y="528472"/>
                  </a:lnTo>
                  <a:lnTo>
                    <a:pt x="4499" y="527723"/>
                  </a:lnTo>
                  <a:lnTo>
                    <a:pt x="4499" y="515721"/>
                  </a:lnTo>
                  <a:lnTo>
                    <a:pt x="3750" y="514972"/>
                  </a:lnTo>
                  <a:close/>
                </a:path>
                <a:path w="3239770" h="1606550">
                  <a:moveTo>
                    <a:pt x="3750" y="492467"/>
                  </a:moveTo>
                  <a:lnTo>
                    <a:pt x="749" y="492467"/>
                  </a:lnTo>
                  <a:lnTo>
                    <a:pt x="0" y="493217"/>
                  </a:lnTo>
                  <a:lnTo>
                    <a:pt x="0" y="505218"/>
                  </a:lnTo>
                  <a:lnTo>
                    <a:pt x="749" y="505968"/>
                  </a:lnTo>
                  <a:lnTo>
                    <a:pt x="3750" y="505968"/>
                  </a:lnTo>
                  <a:lnTo>
                    <a:pt x="4499" y="505218"/>
                  </a:lnTo>
                  <a:lnTo>
                    <a:pt x="4499" y="493217"/>
                  </a:lnTo>
                  <a:lnTo>
                    <a:pt x="3750" y="492467"/>
                  </a:lnTo>
                  <a:close/>
                </a:path>
                <a:path w="3239770" h="1606550">
                  <a:moveTo>
                    <a:pt x="3750" y="469976"/>
                  </a:moveTo>
                  <a:lnTo>
                    <a:pt x="749" y="469976"/>
                  </a:lnTo>
                  <a:lnTo>
                    <a:pt x="0" y="470725"/>
                  </a:lnTo>
                  <a:lnTo>
                    <a:pt x="0" y="482727"/>
                  </a:lnTo>
                  <a:lnTo>
                    <a:pt x="749" y="483476"/>
                  </a:lnTo>
                  <a:lnTo>
                    <a:pt x="3750" y="483476"/>
                  </a:lnTo>
                  <a:lnTo>
                    <a:pt x="4499" y="482727"/>
                  </a:lnTo>
                  <a:lnTo>
                    <a:pt x="4499" y="470725"/>
                  </a:lnTo>
                  <a:lnTo>
                    <a:pt x="3750" y="469976"/>
                  </a:lnTo>
                  <a:close/>
                </a:path>
                <a:path w="3239770" h="1606550">
                  <a:moveTo>
                    <a:pt x="3750" y="447484"/>
                  </a:moveTo>
                  <a:lnTo>
                    <a:pt x="749" y="447484"/>
                  </a:lnTo>
                  <a:lnTo>
                    <a:pt x="0" y="448233"/>
                  </a:lnTo>
                  <a:lnTo>
                    <a:pt x="0" y="460222"/>
                  </a:lnTo>
                  <a:lnTo>
                    <a:pt x="749" y="460971"/>
                  </a:lnTo>
                  <a:lnTo>
                    <a:pt x="3750" y="460971"/>
                  </a:lnTo>
                  <a:lnTo>
                    <a:pt x="4499" y="460222"/>
                  </a:lnTo>
                  <a:lnTo>
                    <a:pt x="4499" y="448233"/>
                  </a:lnTo>
                  <a:lnTo>
                    <a:pt x="3750" y="447484"/>
                  </a:lnTo>
                  <a:close/>
                </a:path>
                <a:path w="3239770" h="1606550">
                  <a:moveTo>
                    <a:pt x="3750" y="424980"/>
                  </a:moveTo>
                  <a:lnTo>
                    <a:pt x="749" y="424980"/>
                  </a:lnTo>
                  <a:lnTo>
                    <a:pt x="0" y="425729"/>
                  </a:lnTo>
                  <a:lnTo>
                    <a:pt x="0" y="437730"/>
                  </a:lnTo>
                  <a:lnTo>
                    <a:pt x="749" y="438480"/>
                  </a:lnTo>
                  <a:lnTo>
                    <a:pt x="3750" y="438480"/>
                  </a:lnTo>
                  <a:lnTo>
                    <a:pt x="4499" y="437730"/>
                  </a:lnTo>
                  <a:lnTo>
                    <a:pt x="4499" y="425729"/>
                  </a:lnTo>
                  <a:lnTo>
                    <a:pt x="3750" y="424980"/>
                  </a:lnTo>
                  <a:close/>
                </a:path>
                <a:path w="3239770" h="1606550">
                  <a:moveTo>
                    <a:pt x="3750" y="402488"/>
                  </a:moveTo>
                  <a:lnTo>
                    <a:pt x="749" y="402488"/>
                  </a:lnTo>
                  <a:lnTo>
                    <a:pt x="0" y="403237"/>
                  </a:lnTo>
                  <a:lnTo>
                    <a:pt x="0" y="415239"/>
                  </a:lnTo>
                  <a:lnTo>
                    <a:pt x="749" y="415988"/>
                  </a:lnTo>
                  <a:lnTo>
                    <a:pt x="3750" y="415988"/>
                  </a:lnTo>
                  <a:lnTo>
                    <a:pt x="4499" y="415239"/>
                  </a:lnTo>
                  <a:lnTo>
                    <a:pt x="4499" y="403237"/>
                  </a:lnTo>
                  <a:lnTo>
                    <a:pt x="3750" y="402488"/>
                  </a:lnTo>
                  <a:close/>
                </a:path>
                <a:path w="3239770" h="1606550">
                  <a:moveTo>
                    <a:pt x="3750" y="379984"/>
                  </a:moveTo>
                  <a:lnTo>
                    <a:pt x="749" y="379984"/>
                  </a:lnTo>
                  <a:lnTo>
                    <a:pt x="0" y="380746"/>
                  </a:lnTo>
                  <a:lnTo>
                    <a:pt x="0" y="392734"/>
                  </a:lnTo>
                  <a:lnTo>
                    <a:pt x="749" y="393484"/>
                  </a:lnTo>
                  <a:lnTo>
                    <a:pt x="3750" y="393484"/>
                  </a:lnTo>
                  <a:lnTo>
                    <a:pt x="4499" y="392734"/>
                  </a:lnTo>
                  <a:lnTo>
                    <a:pt x="4499" y="380746"/>
                  </a:lnTo>
                  <a:lnTo>
                    <a:pt x="3750" y="379984"/>
                  </a:lnTo>
                  <a:close/>
                </a:path>
                <a:path w="3239770" h="1606550">
                  <a:moveTo>
                    <a:pt x="3750" y="357492"/>
                  </a:moveTo>
                  <a:lnTo>
                    <a:pt x="749" y="357492"/>
                  </a:lnTo>
                  <a:lnTo>
                    <a:pt x="0" y="358241"/>
                  </a:lnTo>
                  <a:lnTo>
                    <a:pt x="0" y="370243"/>
                  </a:lnTo>
                  <a:lnTo>
                    <a:pt x="749" y="370992"/>
                  </a:lnTo>
                  <a:lnTo>
                    <a:pt x="3750" y="370992"/>
                  </a:lnTo>
                  <a:lnTo>
                    <a:pt x="4499" y="370243"/>
                  </a:lnTo>
                  <a:lnTo>
                    <a:pt x="4499" y="358241"/>
                  </a:lnTo>
                  <a:lnTo>
                    <a:pt x="3750" y="357492"/>
                  </a:lnTo>
                  <a:close/>
                </a:path>
                <a:path w="3239770" h="1606550">
                  <a:moveTo>
                    <a:pt x="3750" y="335000"/>
                  </a:moveTo>
                  <a:lnTo>
                    <a:pt x="749" y="335000"/>
                  </a:lnTo>
                  <a:lnTo>
                    <a:pt x="0" y="335749"/>
                  </a:lnTo>
                  <a:lnTo>
                    <a:pt x="0" y="347751"/>
                  </a:lnTo>
                  <a:lnTo>
                    <a:pt x="749" y="348500"/>
                  </a:lnTo>
                  <a:lnTo>
                    <a:pt x="3750" y="348500"/>
                  </a:lnTo>
                  <a:lnTo>
                    <a:pt x="4499" y="347751"/>
                  </a:lnTo>
                  <a:lnTo>
                    <a:pt x="4499" y="335749"/>
                  </a:lnTo>
                  <a:lnTo>
                    <a:pt x="3750" y="335000"/>
                  </a:lnTo>
                  <a:close/>
                </a:path>
                <a:path w="3239770" h="1606550">
                  <a:moveTo>
                    <a:pt x="3750" y="312496"/>
                  </a:moveTo>
                  <a:lnTo>
                    <a:pt x="749" y="312496"/>
                  </a:lnTo>
                  <a:lnTo>
                    <a:pt x="0" y="313245"/>
                  </a:lnTo>
                  <a:lnTo>
                    <a:pt x="0" y="325247"/>
                  </a:lnTo>
                  <a:lnTo>
                    <a:pt x="749" y="325996"/>
                  </a:lnTo>
                  <a:lnTo>
                    <a:pt x="3750" y="325996"/>
                  </a:lnTo>
                  <a:lnTo>
                    <a:pt x="4499" y="325247"/>
                  </a:lnTo>
                  <a:lnTo>
                    <a:pt x="4499" y="313245"/>
                  </a:lnTo>
                  <a:lnTo>
                    <a:pt x="3750" y="312496"/>
                  </a:lnTo>
                  <a:close/>
                </a:path>
                <a:path w="3239770" h="1606550">
                  <a:moveTo>
                    <a:pt x="3750" y="290004"/>
                  </a:moveTo>
                  <a:lnTo>
                    <a:pt x="749" y="290004"/>
                  </a:lnTo>
                  <a:lnTo>
                    <a:pt x="0" y="290753"/>
                  </a:lnTo>
                  <a:lnTo>
                    <a:pt x="0" y="302755"/>
                  </a:lnTo>
                  <a:lnTo>
                    <a:pt x="749" y="303504"/>
                  </a:lnTo>
                  <a:lnTo>
                    <a:pt x="3750" y="303504"/>
                  </a:lnTo>
                  <a:lnTo>
                    <a:pt x="4499" y="302755"/>
                  </a:lnTo>
                  <a:lnTo>
                    <a:pt x="4499" y="290753"/>
                  </a:lnTo>
                  <a:lnTo>
                    <a:pt x="3750" y="290004"/>
                  </a:lnTo>
                  <a:close/>
                </a:path>
                <a:path w="3239770" h="1606550">
                  <a:moveTo>
                    <a:pt x="3750" y="267512"/>
                  </a:moveTo>
                  <a:lnTo>
                    <a:pt x="749" y="267512"/>
                  </a:lnTo>
                  <a:lnTo>
                    <a:pt x="0" y="268262"/>
                  </a:lnTo>
                  <a:lnTo>
                    <a:pt x="0" y="280250"/>
                  </a:lnTo>
                  <a:lnTo>
                    <a:pt x="749" y="281012"/>
                  </a:lnTo>
                  <a:lnTo>
                    <a:pt x="3750" y="281012"/>
                  </a:lnTo>
                  <a:lnTo>
                    <a:pt x="4499" y="280250"/>
                  </a:lnTo>
                  <a:lnTo>
                    <a:pt x="4499" y="268262"/>
                  </a:lnTo>
                  <a:lnTo>
                    <a:pt x="3750" y="267512"/>
                  </a:lnTo>
                  <a:close/>
                </a:path>
                <a:path w="3239770" h="1606550">
                  <a:moveTo>
                    <a:pt x="3750" y="245008"/>
                  </a:moveTo>
                  <a:lnTo>
                    <a:pt x="749" y="245008"/>
                  </a:lnTo>
                  <a:lnTo>
                    <a:pt x="0" y="245757"/>
                  </a:lnTo>
                  <a:lnTo>
                    <a:pt x="0" y="257759"/>
                  </a:lnTo>
                  <a:lnTo>
                    <a:pt x="749" y="258508"/>
                  </a:lnTo>
                  <a:lnTo>
                    <a:pt x="3750" y="258508"/>
                  </a:lnTo>
                  <a:lnTo>
                    <a:pt x="4499" y="257759"/>
                  </a:lnTo>
                  <a:lnTo>
                    <a:pt x="4499" y="245757"/>
                  </a:lnTo>
                  <a:lnTo>
                    <a:pt x="3750" y="245008"/>
                  </a:lnTo>
                  <a:close/>
                </a:path>
                <a:path w="3239770" h="1606550">
                  <a:moveTo>
                    <a:pt x="3750" y="222516"/>
                  </a:moveTo>
                  <a:lnTo>
                    <a:pt x="749" y="222516"/>
                  </a:lnTo>
                  <a:lnTo>
                    <a:pt x="0" y="223266"/>
                  </a:lnTo>
                  <a:lnTo>
                    <a:pt x="0" y="235267"/>
                  </a:lnTo>
                  <a:lnTo>
                    <a:pt x="749" y="236016"/>
                  </a:lnTo>
                  <a:lnTo>
                    <a:pt x="3750" y="236016"/>
                  </a:lnTo>
                  <a:lnTo>
                    <a:pt x="4499" y="235267"/>
                  </a:lnTo>
                  <a:lnTo>
                    <a:pt x="4499" y="223266"/>
                  </a:lnTo>
                  <a:lnTo>
                    <a:pt x="3750" y="222516"/>
                  </a:lnTo>
                  <a:close/>
                </a:path>
                <a:path w="3239770" h="1606550">
                  <a:moveTo>
                    <a:pt x="3750" y="200025"/>
                  </a:moveTo>
                  <a:lnTo>
                    <a:pt x="749" y="200025"/>
                  </a:lnTo>
                  <a:lnTo>
                    <a:pt x="0" y="200774"/>
                  </a:lnTo>
                  <a:lnTo>
                    <a:pt x="0" y="212763"/>
                  </a:lnTo>
                  <a:lnTo>
                    <a:pt x="749" y="213512"/>
                  </a:lnTo>
                  <a:lnTo>
                    <a:pt x="3750" y="213512"/>
                  </a:lnTo>
                  <a:lnTo>
                    <a:pt x="4499" y="212763"/>
                  </a:lnTo>
                  <a:lnTo>
                    <a:pt x="4499" y="200774"/>
                  </a:lnTo>
                  <a:lnTo>
                    <a:pt x="3750" y="200025"/>
                  </a:lnTo>
                  <a:close/>
                </a:path>
                <a:path w="3239770" h="1606550">
                  <a:moveTo>
                    <a:pt x="3750" y="177520"/>
                  </a:moveTo>
                  <a:lnTo>
                    <a:pt x="749" y="177520"/>
                  </a:lnTo>
                  <a:lnTo>
                    <a:pt x="0" y="178269"/>
                  </a:lnTo>
                  <a:lnTo>
                    <a:pt x="0" y="190271"/>
                  </a:lnTo>
                  <a:lnTo>
                    <a:pt x="749" y="191020"/>
                  </a:lnTo>
                  <a:lnTo>
                    <a:pt x="3750" y="191020"/>
                  </a:lnTo>
                  <a:lnTo>
                    <a:pt x="4499" y="190271"/>
                  </a:lnTo>
                  <a:lnTo>
                    <a:pt x="4499" y="178269"/>
                  </a:lnTo>
                  <a:lnTo>
                    <a:pt x="3750" y="177520"/>
                  </a:lnTo>
                  <a:close/>
                </a:path>
                <a:path w="3239770" h="1606550">
                  <a:moveTo>
                    <a:pt x="3750" y="155028"/>
                  </a:moveTo>
                  <a:lnTo>
                    <a:pt x="749" y="155028"/>
                  </a:lnTo>
                  <a:lnTo>
                    <a:pt x="0" y="155778"/>
                  </a:lnTo>
                  <a:lnTo>
                    <a:pt x="0" y="167779"/>
                  </a:lnTo>
                  <a:lnTo>
                    <a:pt x="749" y="168529"/>
                  </a:lnTo>
                  <a:lnTo>
                    <a:pt x="3750" y="168529"/>
                  </a:lnTo>
                  <a:lnTo>
                    <a:pt x="4499" y="167779"/>
                  </a:lnTo>
                  <a:lnTo>
                    <a:pt x="4499" y="155778"/>
                  </a:lnTo>
                  <a:lnTo>
                    <a:pt x="3750" y="155028"/>
                  </a:lnTo>
                  <a:close/>
                </a:path>
                <a:path w="3239770" h="1606550">
                  <a:moveTo>
                    <a:pt x="3750" y="132524"/>
                  </a:moveTo>
                  <a:lnTo>
                    <a:pt x="749" y="132524"/>
                  </a:lnTo>
                  <a:lnTo>
                    <a:pt x="0" y="133273"/>
                  </a:lnTo>
                  <a:lnTo>
                    <a:pt x="0" y="145275"/>
                  </a:lnTo>
                  <a:lnTo>
                    <a:pt x="749" y="146024"/>
                  </a:lnTo>
                  <a:lnTo>
                    <a:pt x="3750" y="146024"/>
                  </a:lnTo>
                  <a:lnTo>
                    <a:pt x="4499" y="145275"/>
                  </a:lnTo>
                  <a:lnTo>
                    <a:pt x="4499" y="133273"/>
                  </a:lnTo>
                  <a:lnTo>
                    <a:pt x="3750" y="132524"/>
                  </a:lnTo>
                  <a:close/>
                </a:path>
                <a:path w="3239770" h="1606550">
                  <a:moveTo>
                    <a:pt x="3750" y="110032"/>
                  </a:moveTo>
                  <a:lnTo>
                    <a:pt x="749" y="110032"/>
                  </a:lnTo>
                  <a:lnTo>
                    <a:pt x="0" y="110782"/>
                  </a:lnTo>
                  <a:lnTo>
                    <a:pt x="0" y="122783"/>
                  </a:lnTo>
                  <a:lnTo>
                    <a:pt x="749" y="123532"/>
                  </a:lnTo>
                  <a:lnTo>
                    <a:pt x="3750" y="123532"/>
                  </a:lnTo>
                  <a:lnTo>
                    <a:pt x="4499" y="122783"/>
                  </a:lnTo>
                  <a:lnTo>
                    <a:pt x="4499" y="110782"/>
                  </a:lnTo>
                  <a:lnTo>
                    <a:pt x="3750" y="110032"/>
                  </a:lnTo>
                  <a:close/>
                </a:path>
                <a:path w="3239770" h="1606550">
                  <a:moveTo>
                    <a:pt x="3750" y="87541"/>
                  </a:moveTo>
                  <a:lnTo>
                    <a:pt x="749" y="87541"/>
                  </a:lnTo>
                  <a:lnTo>
                    <a:pt x="0" y="88290"/>
                  </a:lnTo>
                  <a:lnTo>
                    <a:pt x="0" y="100279"/>
                  </a:lnTo>
                  <a:lnTo>
                    <a:pt x="749" y="101028"/>
                  </a:lnTo>
                  <a:lnTo>
                    <a:pt x="3750" y="101028"/>
                  </a:lnTo>
                  <a:lnTo>
                    <a:pt x="4499" y="100279"/>
                  </a:lnTo>
                  <a:lnTo>
                    <a:pt x="4499" y="88290"/>
                  </a:lnTo>
                  <a:lnTo>
                    <a:pt x="3750" y="87541"/>
                  </a:lnTo>
                  <a:close/>
                </a:path>
                <a:path w="3239770" h="1606550">
                  <a:moveTo>
                    <a:pt x="3750" y="65036"/>
                  </a:moveTo>
                  <a:lnTo>
                    <a:pt x="749" y="65036"/>
                  </a:lnTo>
                  <a:lnTo>
                    <a:pt x="0" y="65786"/>
                  </a:lnTo>
                  <a:lnTo>
                    <a:pt x="0" y="77787"/>
                  </a:lnTo>
                  <a:lnTo>
                    <a:pt x="749" y="78536"/>
                  </a:lnTo>
                  <a:lnTo>
                    <a:pt x="3750" y="78536"/>
                  </a:lnTo>
                  <a:lnTo>
                    <a:pt x="4499" y="77787"/>
                  </a:lnTo>
                  <a:lnTo>
                    <a:pt x="4499" y="65786"/>
                  </a:lnTo>
                  <a:lnTo>
                    <a:pt x="3750" y="65036"/>
                  </a:lnTo>
                  <a:close/>
                </a:path>
                <a:path w="3239770" h="1606550">
                  <a:moveTo>
                    <a:pt x="3750" y="42545"/>
                  </a:moveTo>
                  <a:lnTo>
                    <a:pt x="749" y="42545"/>
                  </a:lnTo>
                  <a:lnTo>
                    <a:pt x="0" y="43294"/>
                  </a:lnTo>
                  <a:lnTo>
                    <a:pt x="0" y="55295"/>
                  </a:lnTo>
                  <a:lnTo>
                    <a:pt x="749" y="56032"/>
                  </a:lnTo>
                  <a:lnTo>
                    <a:pt x="3750" y="56032"/>
                  </a:lnTo>
                  <a:lnTo>
                    <a:pt x="4499" y="55295"/>
                  </a:lnTo>
                  <a:lnTo>
                    <a:pt x="4499" y="43294"/>
                  </a:lnTo>
                  <a:lnTo>
                    <a:pt x="3750" y="42545"/>
                  </a:lnTo>
                  <a:close/>
                </a:path>
                <a:path w="3239770" h="1606550">
                  <a:moveTo>
                    <a:pt x="5358" y="20091"/>
                  </a:moveTo>
                  <a:lnTo>
                    <a:pt x="4356" y="20447"/>
                  </a:lnTo>
                  <a:lnTo>
                    <a:pt x="2302" y="24765"/>
                  </a:lnTo>
                  <a:lnTo>
                    <a:pt x="1295" y="27851"/>
                  </a:lnTo>
                  <a:lnTo>
                    <a:pt x="397" y="32537"/>
                  </a:lnTo>
                  <a:lnTo>
                    <a:pt x="991" y="33413"/>
                  </a:lnTo>
                  <a:lnTo>
                    <a:pt x="3939" y="33985"/>
                  </a:lnTo>
                  <a:lnTo>
                    <a:pt x="4779" y="33413"/>
                  </a:lnTo>
                  <a:lnTo>
                    <a:pt x="4979" y="32537"/>
                  </a:lnTo>
                  <a:lnTo>
                    <a:pt x="5641" y="29070"/>
                  </a:lnTo>
                  <a:lnTo>
                    <a:pt x="6534" y="26352"/>
                  </a:lnTo>
                  <a:lnTo>
                    <a:pt x="8418" y="22377"/>
                  </a:lnTo>
                  <a:lnTo>
                    <a:pt x="8067" y="21386"/>
                  </a:lnTo>
                  <a:lnTo>
                    <a:pt x="5358" y="20091"/>
                  </a:lnTo>
                  <a:close/>
                </a:path>
                <a:path w="3239770" h="1606550">
                  <a:moveTo>
                    <a:pt x="21441" y="3860"/>
                  </a:moveTo>
                  <a:lnTo>
                    <a:pt x="17264" y="6096"/>
                  </a:lnTo>
                  <a:lnTo>
                    <a:pt x="14640" y="7975"/>
                  </a:lnTo>
                  <a:lnTo>
                    <a:pt x="11162" y="11201"/>
                  </a:lnTo>
                  <a:lnTo>
                    <a:pt x="11117" y="12255"/>
                  </a:lnTo>
                  <a:lnTo>
                    <a:pt x="13192" y="14490"/>
                  </a:lnTo>
                  <a:lnTo>
                    <a:pt x="14218" y="14490"/>
                  </a:lnTo>
                  <a:lnTo>
                    <a:pt x="17418" y="11531"/>
                  </a:lnTo>
                  <a:lnTo>
                    <a:pt x="19729" y="9880"/>
                  </a:lnTo>
                  <a:lnTo>
                    <a:pt x="23575" y="7810"/>
                  </a:lnTo>
                  <a:lnTo>
                    <a:pt x="23877" y="6794"/>
                  </a:lnTo>
                  <a:lnTo>
                    <a:pt x="22458" y="4152"/>
                  </a:lnTo>
                  <a:lnTo>
                    <a:pt x="21441" y="3860"/>
                  </a:lnTo>
                  <a:close/>
                </a:path>
                <a:path w="3239770" h="1606550">
                  <a:moveTo>
                    <a:pt x="48817" y="76"/>
                  </a:moveTo>
                  <a:lnTo>
                    <a:pt x="35351" y="76"/>
                  </a:lnTo>
                  <a:lnTo>
                    <a:pt x="32420" y="406"/>
                  </a:lnTo>
                  <a:lnTo>
                    <a:pt x="31760" y="1244"/>
                  </a:lnTo>
                  <a:lnTo>
                    <a:pt x="32048" y="3746"/>
                  </a:lnTo>
                  <a:lnTo>
                    <a:pt x="32103" y="4216"/>
                  </a:lnTo>
                  <a:lnTo>
                    <a:pt x="32931" y="4876"/>
                  </a:lnTo>
                  <a:lnTo>
                    <a:pt x="35689" y="4572"/>
                  </a:lnTo>
                  <a:lnTo>
                    <a:pt x="48665" y="4572"/>
                  </a:lnTo>
                  <a:lnTo>
                    <a:pt x="49490" y="3746"/>
                  </a:lnTo>
                  <a:lnTo>
                    <a:pt x="49490" y="749"/>
                  </a:lnTo>
                  <a:lnTo>
                    <a:pt x="48817" y="76"/>
                  </a:lnTo>
                  <a:close/>
                </a:path>
              </a:pathLst>
            </a:custGeom>
            <a:solidFill>
              <a:srgbClr val="1D2029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68808" y="2709506"/>
              <a:ext cx="427355" cy="1602105"/>
            </a:xfrm>
            <a:custGeom>
              <a:avLst/>
              <a:gdLst/>
              <a:ahLst/>
              <a:cxnLst/>
              <a:rect l="l" t="t" r="r" b="b"/>
              <a:pathLst>
                <a:path w="427355" h="1602104">
                  <a:moveTo>
                    <a:pt x="411406" y="0"/>
                  </a:moveTo>
                  <a:lnTo>
                    <a:pt x="17993" y="0"/>
                  </a:lnTo>
                  <a:lnTo>
                    <a:pt x="15607" y="0"/>
                  </a:lnTo>
                  <a:lnTo>
                    <a:pt x="13314" y="457"/>
                  </a:lnTo>
                  <a:lnTo>
                    <a:pt x="0" y="15608"/>
                  </a:lnTo>
                  <a:lnTo>
                    <a:pt x="0" y="1586141"/>
                  </a:lnTo>
                  <a:lnTo>
                    <a:pt x="15607" y="1601749"/>
                  </a:lnTo>
                  <a:lnTo>
                    <a:pt x="411406" y="1601749"/>
                  </a:lnTo>
                  <a:lnTo>
                    <a:pt x="427017" y="1586141"/>
                  </a:lnTo>
                  <a:lnTo>
                    <a:pt x="427017" y="15608"/>
                  </a:lnTo>
                  <a:lnTo>
                    <a:pt x="413702" y="457"/>
                  </a:lnTo>
                  <a:lnTo>
                    <a:pt x="411406" y="0"/>
                  </a:lnTo>
                  <a:close/>
                </a:path>
              </a:pathLst>
            </a:custGeom>
            <a:solidFill>
              <a:srgbClr val="21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15808" y="3109937"/>
              <a:ext cx="427355" cy="1201420"/>
            </a:xfrm>
            <a:custGeom>
              <a:avLst/>
              <a:gdLst/>
              <a:ahLst/>
              <a:cxnLst/>
              <a:rect l="l" t="t" r="r" b="b"/>
              <a:pathLst>
                <a:path w="427355" h="1201420">
                  <a:moveTo>
                    <a:pt x="411403" y="0"/>
                  </a:moveTo>
                  <a:lnTo>
                    <a:pt x="17995" y="0"/>
                  </a:lnTo>
                  <a:lnTo>
                    <a:pt x="15608" y="0"/>
                  </a:lnTo>
                  <a:lnTo>
                    <a:pt x="13309" y="457"/>
                  </a:lnTo>
                  <a:lnTo>
                    <a:pt x="0" y="15621"/>
                  </a:lnTo>
                  <a:lnTo>
                    <a:pt x="0" y="1185710"/>
                  </a:lnTo>
                  <a:lnTo>
                    <a:pt x="15608" y="1201318"/>
                  </a:lnTo>
                  <a:lnTo>
                    <a:pt x="411403" y="1201318"/>
                  </a:lnTo>
                  <a:lnTo>
                    <a:pt x="427012" y="1185710"/>
                  </a:lnTo>
                  <a:lnTo>
                    <a:pt x="427012" y="15621"/>
                  </a:lnTo>
                  <a:lnTo>
                    <a:pt x="413702" y="457"/>
                  </a:lnTo>
                  <a:lnTo>
                    <a:pt x="411403" y="0"/>
                  </a:lnTo>
                  <a:close/>
                </a:path>
              </a:pathLst>
            </a:custGeom>
            <a:solidFill>
              <a:srgbClr val="2F34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962810" y="3310165"/>
              <a:ext cx="427355" cy="1001394"/>
            </a:xfrm>
            <a:custGeom>
              <a:avLst/>
              <a:gdLst/>
              <a:ahLst/>
              <a:cxnLst/>
              <a:rect l="l" t="t" r="r" b="b"/>
              <a:pathLst>
                <a:path w="427355" h="1001395">
                  <a:moveTo>
                    <a:pt x="411403" y="0"/>
                  </a:moveTo>
                  <a:lnTo>
                    <a:pt x="17995" y="0"/>
                  </a:lnTo>
                  <a:lnTo>
                    <a:pt x="15608" y="0"/>
                  </a:lnTo>
                  <a:lnTo>
                    <a:pt x="13309" y="457"/>
                  </a:lnTo>
                  <a:lnTo>
                    <a:pt x="0" y="15608"/>
                  </a:lnTo>
                  <a:lnTo>
                    <a:pt x="0" y="985481"/>
                  </a:lnTo>
                  <a:lnTo>
                    <a:pt x="15608" y="1001090"/>
                  </a:lnTo>
                  <a:lnTo>
                    <a:pt x="411403" y="1001090"/>
                  </a:lnTo>
                  <a:lnTo>
                    <a:pt x="427012" y="985481"/>
                  </a:lnTo>
                  <a:lnTo>
                    <a:pt x="427012" y="15608"/>
                  </a:lnTo>
                  <a:lnTo>
                    <a:pt x="413702" y="457"/>
                  </a:lnTo>
                  <a:lnTo>
                    <a:pt x="411403" y="0"/>
                  </a:lnTo>
                  <a:close/>
                </a:path>
              </a:pathLst>
            </a:custGeom>
            <a:solidFill>
              <a:srgbClr val="3E43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09811" y="2976460"/>
              <a:ext cx="427355" cy="1335405"/>
            </a:xfrm>
            <a:custGeom>
              <a:avLst/>
              <a:gdLst/>
              <a:ahLst/>
              <a:cxnLst/>
              <a:rect l="l" t="t" r="r" b="b"/>
              <a:pathLst>
                <a:path w="427355" h="1335404">
                  <a:moveTo>
                    <a:pt x="411403" y="0"/>
                  </a:moveTo>
                  <a:lnTo>
                    <a:pt x="17995" y="0"/>
                  </a:lnTo>
                  <a:lnTo>
                    <a:pt x="15608" y="0"/>
                  </a:lnTo>
                  <a:lnTo>
                    <a:pt x="13309" y="457"/>
                  </a:lnTo>
                  <a:lnTo>
                    <a:pt x="0" y="15621"/>
                  </a:lnTo>
                  <a:lnTo>
                    <a:pt x="0" y="1319187"/>
                  </a:lnTo>
                  <a:lnTo>
                    <a:pt x="15608" y="1334795"/>
                  </a:lnTo>
                  <a:lnTo>
                    <a:pt x="411403" y="1334795"/>
                  </a:lnTo>
                  <a:lnTo>
                    <a:pt x="427012" y="1319187"/>
                  </a:lnTo>
                  <a:lnTo>
                    <a:pt x="427012" y="15621"/>
                  </a:lnTo>
                  <a:lnTo>
                    <a:pt x="413702" y="457"/>
                  </a:lnTo>
                  <a:lnTo>
                    <a:pt x="411403" y="0"/>
                  </a:lnTo>
                  <a:close/>
                </a:path>
              </a:pathLst>
            </a:custGeom>
            <a:solidFill>
              <a:srgbClr val="575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56813" y="2776245"/>
              <a:ext cx="427355" cy="1535430"/>
            </a:xfrm>
            <a:custGeom>
              <a:avLst/>
              <a:gdLst/>
              <a:ahLst/>
              <a:cxnLst/>
              <a:rect l="l" t="t" r="r" b="b"/>
              <a:pathLst>
                <a:path w="427354" h="1535429">
                  <a:moveTo>
                    <a:pt x="411403" y="0"/>
                  </a:moveTo>
                  <a:lnTo>
                    <a:pt x="17995" y="0"/>
                  </a:lnTo>
                  <a:lnTo>
                    <a:pt x="15608" y="0"/>
                  </a:lnTo>
                  <a:lnTo>
                    <a:pt x="13309" y="457"/>
                  </a:lnTo>
                  <a:lnTo>
                    <a:pt x="0" y="15608"/>
                  </a:lnTo>
                  <a:lnTo>
                    <a:pt x="0" y="1519402"/>
                  </a:lnTo>
                  <a:lnTo>
                    <a:pt x="15608" y="1535010"/>
                  </a:lnTo>
                  <a:lnTo>
                    <a:pt x="411403" y="1535010"/>
                  </a:lnTo>
                  <a:lnTo>
                    <a:pt x="427012" y="1519402"/>
                  </a:lnTo>
                  <a:lnTo>
                    <a:pt x="427012" y="15608"/>
                  </a:lnTo>
                  <a:lnTo>
                    <a:pt x="413702" y="457"/>
                  </a:lnTo>
                  <a:lnTo>
                    <a:pt x="411403" y="0"/>
                  </a:lnTo>
                  <a:close/>
                </a:path>
              </a:pathLst>
            </a:custGeom>
            <a:solidFill>
              <a:srgbClr val="7D8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273550" y="1349832"/>
            <a:ext cx="6505575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100"/>
              </a:spcBef>
            </a:pPr>
            <a:r>
              <a:rPr sz="1150" spc="-20" dirty="0">
                <a:solidFill>
                  <a:srgbClr val="262424"/>
                </a:solidFill>
                <a:latin typeface="Tahoma"/>
                <a:cs typeface="Tahoma"/>
              </a:rPr>
              <a:t>Insights:</a:t>
            </a:r>
            <a:r>
              <a:rPr sz="11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category-wise</a:t>
            </a:r>
            <a:r>
              <a:rPr sz="11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distribution,</a:t>
            </a:r>
            <a:r>
              <a:rPr sz="11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rating</a:t>
            </a:r>
            <a:r>
              <a:rPr sz="11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262424"/>
                </a:solidFill>
                <a:latin typeface="Tahoma"/>
                <a:cs typeface="Tahoma"/>
              </a:rPr>
              <a:t>vs</a:t>
            </a:r>
            <a:r>
              <a:rPr sz="11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sales</a:t>
            </a:r>
            <a:r>
              <a:rPr sz="11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trends,</a:t>
            </a:r>
            <a:r>
              <a:rPr sz="11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1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top</a:t>
            </a:r>
            <a:r>
              <a:rPr sz="11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revenue-generating</a:t>
            </a:r>
            <a:r>
              <a:rPr sz="11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Tahoma"/>
                <a:cs typeface="Tahoma"/>
              </a:rPr>
              <a:t>categories. </a:t>
            </a:r>
            <a:r>
              <a:rPr sz="1150" spc="65" dirty="0">
                <a:solidFill>
                  <a:srgbClr val="262424"/>
                </a:solidFill>
                <a:latin typeface="Tahoma"/>
                <a:cs typeface="Tahoma"/>
              </a:rPr>
              <a:t>Use</a:t>
            </a:r>
            <a:r>
              <a:rPr sz="115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interactive</a:t>
            </a:r>
            <a:r>
              <a:rPr sz="115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charts</a:t>
            </a:r>
            <a:r>
              <a:rPr sz="115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(Plotly)</a:t>
            </a:r>
            <a:r>
              <a:rPr sz="115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sz="115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explore</a:t>
            </a:r>
            <a:r>
              <a:rPr sz="115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patterns</a:t>
            </a:r>
            <a:r>
              <a:rPr sz="115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150" spc="-10" dirty="0">
                <a:solidFill>
                  <a:srgbClr val="262424"/>
                </a:solidFill>
                <a:latin typeface="Tahoma"/>
                <a:cs typeface="Tahoma"/>
              </a:rPr>
              <a:t> seasonality.</a:t>
            </a:r>
            <a:endParaRPr sz="1150">
              <a:latin typeface="Tahoma"/>
              <a:cs typeface="Tahoma"/>
            </a:endParaRPr>
          </a:p>
        </p:txBody>
      </p:sp>
      <p:pic>
        <p:nvPicPr>
          <p:cNvPr id="57" name="object 5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286250" y="1943100"/>
            <a:ext cx="6648449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070" y="351418"/>
            <a:ext cx="7544434" cy="436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700" spc="-110" dirty="0"/>
              <a:t>Milestone</a:t>
            </a:r>
            <a:r>
              <a:rPr sz="2700" spc="-290" dirty="0"/>
              <a:t> </a:t>
            </a:r>
            <a:r>
              <a:rPr sz="2700" dirty="0"/>
              <a:t>3</a:t>
            </a:r>
            <a:r>
              <a:rPr sz="2700" spc="-290" dirty="0"/>
              <a:t> </a:t>
            </a:r>
            <a:r>
              <a:rPr sz="2700" spc="220" dirty="0"/>
              <a:t>—</a:t>
            </a:r>
            <a:r>
              <a:rPr sz="2700" spc="-290" dirty="0"/>
              <a:t> </a:t>
            </a:r>
            <a:r>
              <a:rPr sz="2700" spc="-95" dirty="0"/>
              <a:t>System</a:t>
            </a:r>
            <a:r>
              <a:rPr sz="2700" spc="-290" dirty="0"/>
              <a:t> </a:t>
            </a:r>
            <a:r>
              <a:rPr sz="2700" spc="-105" dirty="0"/>
              <a:t>Design</a:t>
            </a:r>
            <a:r>
              <a:rPr sz="2700" spc="-290" dirty="0"/>
              <a:t> </a:t>
            </a:r>
            <a:r>
              <a:rPr sz="2700" spc="415" dirty="0"/>
              <a:t>s</a:t>
            </a:r>
            <a:r>
              <a:rPr sz="2700" spc="-290" dirty="0"/>
              <a:t> </a:t>
            </a:r>
            <a:r>
              <a:rPr sz="2700" spc="-155" dirty="0"/>
              <a:t>Implementation</a:t>
            </a:r>
            <a:endParaRPr sz="2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7308" y="2449336"/>
            <a:ext cx="1724731" cy="172473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574502" y="3948410"/>
            <a:ext cx="2423160" cy="1663064"/>
            <a:chOff x="6574502" y="3948410"/>
            <a:chExt cx="2423160" cy="1663064"/>
          </a:xfrm>
        </p:grpSpPr>
        <p:sp>
          <p:nvSpPr>
            <p:cNvPr id="5" name="object 5"/>
            <p:cNvSpPr/>
            <p:nvPr/>
          </p:nvSpPr>
          <p:spPr>
            <a:xfrm>
              <a:off x="6578777" y="3952685"/>
              <a:ext cx="2414270" cy="1654175"/>
            </a:xfrm>
            <a:custGeom>
              <a:avLst/>
              <a:gdLst/>
              <a:ahLst/>
              <a:cxnLst/>
              <a:rect l="l" t="t" r="r" b="b"/>
              <a:pathLst>
                <a:path w="2414270" h="1654175">
                  <a:moveTo>
                    <a:pt x="2248611" y="1654150"/>
                  </a:moveTo>
                  <a:lnTo>
                    <a:pt x="304984" y="1654150"/>
                  </a:lnTo>
                  <a:lnTo>
                    <a:pt x="261008" y="1648242"/>
                  </a:lnTo>
                  <a:lnTo>
                    <a:pt x="221493" y="1631567"/>
                  </a:lnTo>
                  <a:lnTo>
                    <a:pt x="188016" y="1605703"/>
                  </a:lnTo>
                  <a:lnTo>
                    <a:pt x="162152" y="1572226"/>
                  </a:lnTo>
                  <a:lnTo>
                    <a:pt x="145477" y="1532711"/>
                  </a:lnTo>
                  <a:lnTo>
                    <a:pt x="139568" y="1488735"/>
                  </a:lnTo>
                  <a:lnTo>
                    <a:pt x="139568" y="175805"/>
                  </a:lnTo>
                  <a:lnTo>
                    <a:pt x="0" y="0"/>
                  </a:lnTo>
                  <a:lnTo>
                    <a:pt x="284307" y="0"/>
                  </a:lnTo>
                  <a:lnTo>
                    <a:pt x="284307" y="1281"/>
                  </a:lnTo>
                  <a:lnTo>
                    <a:pt x="291079" y="434"/>
                  </a:lnTo>
                  <a:lnTo>
                    <a:pt x="297984" y="0"/>
                  </a:lnTo>
                  <a:lnTo>
                    <a:pt x="304984" y="0"/>
                  </a:lnTo>
                  <a:lnTo>
                    <a:pt x="2248611" y="0"/>
                  </a:lnTo>
                  <a:lnTo>
                    <a:pt x="2292583" y="5908"/>
                  </a:lnTo>
                  <a:lnTo>
                    <a:pt x="2332096" y="22582"/>
                  </a:lnTo>
                  <a:lnTo>
                    <a:pt x="2365575" y="48447"/>
                  </a:lnTo>
                  <a:lnTo>
                    <a:pt x="2391441" y="81924"/>
                  </a:lnTo>
                  <a:lnTo>
                    <a:pt x="2408117" y="121439"/>
                  </a:lnTo>
                  <a:lnTo>
                    <a:pt x="2414026" y="165415"/>
                  </a:lnTo>
                  <a:lnTo>
                    <a:pt x="2414026" y="1488735"/>
                  </a:lnTo>
                  <a:lnTo>
                    <a:pt x="2408117" y="1532711"/>
                  </a:lnTo>
                  <a:lnTo>
                    <a:pt x="2391441" y="1572226"/>
                  </a:lnTo>
                  <a:lnTo>
                    <a:pt x="2365575" y="1605703"/>
                  </a:lnTo>
                  <a:lnTo>
                    <a:pt x="2332096" y="1631567"/>
                  </a:lnTo>
                  <a:lnTo>
                    <a:pt x="2292583" y="1648242"/>
                  </a:lnTo>
                  <a:lnTo>
                    <a:pt x="2248611" y="1654150"/>
                  </a:lnTo>
                  <a:close/>
                </a:path>
              </a:pathLst>
            </a:custGeom>
            <a:solidFill>
              <a:srgbClr val="B9B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78777" y="3952685"/>
              <a:ext cx="2414270" cy="1654175"/>
            </a:xfrm>
            <a:custGeom>
              <a:avLst/>
              <a:gdLst/>
              <a:ahLst/>
              <a:cxnLst/>
              <a:rect l="l" t="t" r="r" b="b"/>
              <a:pathLst>
                <a:path w="2414270" h="1654175">
                  <a:moveTo>
                    <a:pt x="304983" y="0"/>
                  </a:moveTo>
                  <a:lnTo>
                    <a:pt x="297985" y="0"/>
                  </a:lnTo>
                  <a:lnTo>
                    <a:pt x="291078" y="434"/>
                  </a:lnTo>
                  <a:lnTo>
                    <a:pt x="284307" y="1281"/>
                  </a:lnTo>
                  <a:lnTo>
                    <a:pt x="284307" y="0"/>
                  </a:lnTo>
                  <a:lnTo>
                    <a:pt x="0" y="0"/>
                  </a:lnTo>
                  <a:lnTo>
                    <a:pt x="139568" y="175805"/>
                  </a:lnTo>
                  <a:lnTo>
                    <a:pt x="139568" y="1488735"/>
                  </a:lnTo>
                  <a:lnTo>
                    <a:pt x="145477" y="1532711"/>
                  </a:lnTo>
                  <a:lnTo>
                    <a:pt x="162151" y="1572225"/>
                  </a:lnTo>
                  <a:lnTo>
                    <a:pt x="188016" y="1605703"/>
                  </a:lnTo>
                  <a:lnTo>
                    <a:pt x="221493" y="1631568"/>
                  </a:lnTo>
                  <a:lnTo>
                    <a:pt x="261008" y="1648242"/>
                  </a:lnTo>
                  <a:lnTo>
                    <a:pt x="304983" y="1654151"/>
                  </a:lnTo>
                  <a:lnTo>
                    <a:pt x="2248611" y="1654151"/>
                  </a:lnTo>
                  <a:lnTo>
                    <a:pt x="2292582" y="1648242"/>
                  </a:lnTo>
                  <a:lnTo>
                    <a:pt x="2332096" y="1631568"/>
                  </a:lnTo>
                  <a:lnTo>
                    <a:pt x="2365575" y="1605703"/>
                  </a:lnTo>
                  <a:lnTo>
                    <a:pt x="2391440" y="1572225"/>
                  </a:lnTo>
                  <a:lnTo>
                    <a:pt x="2408117" y="1532711"/>
                  </a:lnTo>
                  <a:lnTo>
                    <a:pt x="2414026" y="1488735"/>
                  </a:lnTo>
                  <a:lnTo>
                    <a:pt x="2414026" y="165415"/>
                  </a:lnTo>
                  <a:lnTo>
                    <a:pt x="2408117" y="121439"/>
                  </a:lnTo>
                  <a:lnTo>
                    <a:pt x="2391440" y="81924"/>
                  </a:lnTo>
                  <a:lnTo>
                    <a:pt x="2365575" y="48447"/>
                  </a:lnTo>
                  <a:lnTo>
                    <a:pt x="2332096" y="22582"/>
                  </a:lnTo>
                  <a:lnTo>
                    <a:pt x="2292582" y="5908"/>
                  </a:lnTo>
                  <a:lnTo>
                    <a:pt x="2248611" y="0"/>
                  </a:lnTo>
                  <a:lnTo>
                    <a:pt x="304983" y="0"/>
                  </a:lnTo>
                  <a:close/>
                </a:path>
              </a:pathLst>
            </a:custGeom>
            <a:ln w="8549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285827" y="3948410"/>
            <a:ext cx="2423160" cy="1663064"/>
            <a:chOff x="2285827" y="3948410"/>
            <a:chExt cx="2423160" cy="1663064"/>
          </a:xfrm>
        </p:grpSpPr>
        <p:sp>
          <p:nvSpPr>
            <p:cNvPr id="8" name="object 8"/>
            <p:cNvSpPr/>
            <p:nvPr/>
          </p:nvSpPr>
          <p:spPr>
            <a:xfrm>
              <a:off x="2290102" y="3952685"/>
              <a:ext cx="2414270" cy="1654175"/>
            </a:xfrm>
            <a:custGeom>
              <a:avLst/>
              <a:gdLst/>
              <a:ahLst/>
              <a:cxnLst/>
              <a:rect l="l" t="t" r="r" b="b"/>
              <a:pathLst>
                <a:path w="2414270" h="1654175">
                  <a:moveTo>
                    <a:pt x="2109042" y="1654150"/>
                  </a:moveTo>
                  <a:lnTo>
                    <a:pt x="165415" y="1654150"/>
                  </a:lnTo>
                  <a:lnTo>
                    <a:pt x="121439" y="1648242"/>
                  </a:lnTo>
                  <a:lnTo>
                    <a:pt x="81924" y="1631567"/>
                  </a:lnTo>
                  <a:lnTo>
                    <a:pt x="48447" y="1605703"/>
                  </a:lnTo>
                  <a:lnTo>
                    <a:pt x="22583" y="1572226"/>
                  </a:lnTo>
                  <a:lnTo>
                    <a:pt x="5908" y="1532711"/>
                  </a:lnTo>
                  <a:lnTo>
                    <a:pt x="0" y="1488735"/>
                  </a:lnTo>
                  <a:lnTo>
                    <a:pt x="0" y="165415"/>
                  </a:lnTo>
                  <a:lnTo>
                    <a:pt x="5908" y="121439"/>
                  </a:lnTo>
                  <a:lnTo>
                    <a:pt x="22583" y="81924"/>
                  </a:lnTo>
                  <a:lnTo>
                    <a:pt x="48447" y="48447"/>
                  </a:lnTo>
                  <a:lnTo>
                    <a:pt x="81924" y="22582"/>
                  </a:lnTo>
                  <a:lnTo>
                    <a:pt x="121439" y="5908"/>
                  </a:lnTo>
                  <a:lnTo>
                    <a:pt x="165415" y="0"/>
                  </a:lnTo>
                  <a:lnTo>
                    <a:pt x="2109042" y="0"/>
                  </a:lnTo>
                  <a:lnTo>
                    <a:pt x="2116041" y="0"/>
                  </a:lnTo>
                  <a:lnTo>
                    <a:pt x="2122947" y="434"/>
                  </a:lnTo>
                  <a:lnTo>
                    <a:pt x="2129719" y="1281"/>
                  </a:lnTo>
                  <a:lnTo>
                    <a:pt x="2129719" y="0"/>
                  </a:lnTo>
                  <a:lnTo>
                    <a:pt x="2414026" y="0"/>
                  </a:lnTo>
                  <a:lnTo>
                    <a:pt x="2274457" y="175805"/>
                  </a:lnTo>
                  <a:lnTo>
                    <a:pt x="2274457" y="1488735"/>
                  </a:lnTo>
                  <a:lnTo>
                    <a:pt x="2268548" y="1532711"/>
                  </a:lnTo>
                  <a:lnTo>
                    <a:pt x="2251872" y="1572226"/>
                  </a:lnTo>
                  <a:lnTo>
                    <a:pt x="2226006" y="1605703"/>
                  </a:lnTo>
                  <a:lnTo>
                    <a:pt x="2192527" y="1631567"/>
                  </a:lnTo>
                  <a:lnTo>
                    <a:pt x="2153014" y="1648242"/>
                  </a:lnTo>
                  <a:lnTo>
                    <a:pt x="2109042" y="1654150"/>
                  </a:lnTo>
                  <a:close/>
                </a:path>
              </a:pathLst>
            </a:custGeom>
            <a:solidFill>
              <a:srgbClr val="B9B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90102" y="3952685"/>
              <a:ext cx="2414270" cy="1654175"/>
            </a:xfrm>
            <a:custGeom>
              <a:avLst/>
              <a:gdLst/>
              <a:ahLst/>
              <a:cxnLst/>
              <a:rect l="l" t="t" r="r" b="b"/>
              <a:pathLst>
                <a:path w="2414270" h="1654175">
                  <a:moveTo>
                    <a:pt x="2109042" y="0"/>
                  </a:moveTo>
                  <a:lnTo>
                    <a:pt x="2116041" y="0"/>
                  </a:lnTo>
                  <a:lnTo>
                    <a:pt x="2122947" y="434"/>
                  </a:lnTo>
                  <a:lnTo>
                    <a:pt x="2129719" y="1281"/>
                  </a:lnTo>
                  <a:lnTo>
                    <a:pt x="2129719" y="0"/>
                  </a:lnTo>
                  <a:lnTo>
                    <a:pt x="2414026" y="0"/>
                  </a:lnTo>
                  <a:lnTo>
                    <a:pt x="2274457" y="175805"/>
                  </a:lnTo>
                  <a:lnTo>
                    <a:pt x="2274457" y="1488735"/>
                  </a:lnTo>
                  <a:lnTo>
                    <a:pt x="2268548" y="1532711"/>
                  </a:lnTo>
                  <a:lnTo>
                    <a:pt x="2251872" y="1572225"/>
                  </a:lnTo>
                  <a:lnTo>
                    <a:pt x="2226006" y="1605703"/>
                  </a:lnTo>
                  <a:lnTo>
                    <a:pt x="2192527" y="1631568"/>
                  </a:lnTo>
                  <a:lnTo>
                    <a:pt x="2153014" y="1648242"/>
                  </a:lnTo>
                  <a:lnTo>
                    <a:pt x="2109042" y="1654151"/>
                  </a:lnTo>
                  <a:lnTo>
                    <a:pt x="165415" y="1654151"/>
                  </a:lnTo>
                  <a:lnTo>
                    <a:pt x="121439" y="1648242"/>
                  </a:lnTo>
                  <a:lnTo>
                    <a:pt x="81924" y="1631568"/>
                  </a:lnTo>
                  <a:lnTo>
                    <a:pt x="48447" y="1605703"/>
                  </a:lnTo>
                  <a:lnTo>
                    <a:pt x="22583" y="1572225"/>
                  </a:lnTo>
                  <a:lnTo>
                    <a:pt x="5908" y="1532711"/>
                  </a:lnTo>
                  <a:lnTo>
                    <a:pt x="0" y="1488735"/>
                  </a:lnTo>
                  <a:lnTo>
                    <a:pt x="0" y="165415"/>
                  </a:lnTo>
                  <a:lnTo>
                    <a:pt x="5908" y="121439"/>
                  </a:lnTo>
                  <a:lnTo>
                    <a:pt x="22583" y="81924"/>
                  </a:lnTo>
                  <a:lnTo>
                    <a:pt x="48447" y="48447"/>
                  </a:lnTo>
                  <a:lnTo>
                    <a:pt x="81924" y="22582"/>
                  </a:lnTo>
                  <a:lnTo>
                    <a:pt x="121439" y="5908"/>
                  </a:lnTo>
                  <a:lnTo>
                    <a:pt x="165415" y="0"/>
                  </a:lnTo>
                  <a:lnTo>
                    <a:pt x="2109042" y="0"/>
                  </a:lnTo>
                  <a:close/>
                </a:path>
              </a:pathLst>
            </a:custGeom>
            <a:ln w="8549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285827" y="1146692"/>
            <a:ext cx="2423160" cy="1663064"/>
            <a:chOff x="2285827" y="1146692"/>
            <a:chExt cx="2423160" cy="1663064"/>
          </a:xfrm>
        </p:grpSpPr>
        <p:sp>
          <p:nvSpPr>
            <p:cNvPr id="11" name="object 11"/>
            <p:cNvSpPr/>
            <p:nvPr/>
          </p:nvSpPr>
          <p:spPr>
            <a:xfrm>
              <a:off x="2290102" y="1150967"/>
              <a:ext cx="2414270" cy="1654175"/>
            </a:xfrm>
            <a:custGeom>
              <a:avLst/>
              <a:gdLst/>
              <a:ahLst/>
              <a:cxnLst/>
              <a:rect l="l" t="t" r="r" b="b"/>
              <a:pathLst>
                <a:path w="2414270" h="1654175">
                  <a:moveTo>
                    <a:pt x="2414026" y="1654150"/>
                  </a:moveTo>
                  <a:lnTo>
                    <a:pt x="2129719" y="1654150"/>
                  </a:lnTo>
                  <a:lnTo>
                    <a:pt x="2129719" y="1652868"/>
                  </a:lnTo>
                  <a:lnTo>
                    <a:pt x="2122947" y="1653716"/>
                  </a:lnTo>
                  <a:lnTo>
                    <a:pt x="2116041" y="1654150"/>
                  </a:lnTo>
                  <a:lnTo>
                    <a:pt x="2109042" y="1654150"/>
                  </a:lnTo>
                  <a:lnTo>
                    <a:pt x="165415" y="1654150"/>
                  </a:lnTo>
                  <a:lnTo>
                    <a:pt x="121439" y="1648242"/>
                  </a:lnTo>
                  <a:lnTo>
                    <a:pt x="81924" y="1631567"/>
                  </a:lnTo>
                  <a:lnTo>
                    <a:pt x="48447" y="1605703"/>
                  </a:lnTo>
                  <a:lnTo>
                    <a:pt x="22583" y="1572226"/>
                  </a:lnTo>
                  <a:lnTo>
                    <a:pt x="5908" y="1532711"/>
                  </a:lnTo>
                  <a:lnTo>
                    <a:pt x="0" y="1488735"/>
                  </a:lnTo>
                  <a:lnTo>
                    <a:pt x="0" y="165415"/>
                  </a:lnTo>
                  <a:lnTo>
                    <a:pt x="5908" y="121441"/>
                  </a:lnTo>
                  <a:lnTo>
                    <a:pt x="22583" y="81927"/>
                  </a:lnTo>
                  <a:lnTo>
                    <a:pt x="48447" y="48449"/>
                  </a:lnTo>
                  <a:lnTo>
                    <a:pt x="81924" y="22584"/>
                  </a:lnTo>
                  <a:lnTo>
                    <a:pt x="121439" y="5908"/>
                  </a:lnTo>
                  <a:lnTo>
                    <a:pt x="165415" y="0"/>
                  </a:lnTo>
                  <a:lnTo>
                    <a:pt x="2109042" y="0"/>
                  </a:lnTo>
                  <a:lnTo>
                    <a:pt x="2153014" y="5908"/>
                  </a:lnTo>
                  <a:lnTo>
                    <a:pt x="2192527" y="22584"/>
                  </a:lnTo>
                  <a:lnTo>
                    <a:pt x="2226006" y="48449"/>
                  </a:lnTo>
                  <a:lnTo>
                    <a:pt x="2251872" y="81927"/>
                  </a:lnTo>
                  <a:lnTo>
                    <a:pt x="2268548" y="121441"/>
                  </a:lnTo>
                  <a:lnTo>
                    <a:pt x="2274457" y="165415"/>
                  </a:lnTo>
                  <a:lnTo>
                    <a:pt x="2274457" y="1478345"/>
                  </a:lnTo>
                  <a:lnTo>
                    <a:pt x="2414026" y="1654150"/>
                  </a:lnTo>
                  <a:close/>
                </a:path>
              </a:pathLst>
            </a:custGeom>
            <a:solidFill>
              <a:srgbClr val="B9B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0102" y="1150967"/>
              <a:ext cx="2414270" cy="1654175"/>
            </a:xfrm>
            <a:custGeom>
              <a:avLst/>
              <a:gdLst/>
              <a:ahLst/>
              <a:cxnLst/>
              <a:rect l="l" t="t" r="r" b="b"/>
              <a:pathLst>
                <a:path w="2414270" h="1654175">
                  <a:moveTo>
                    <a:pt x="2109042" y="1654150"/>
                  </a:moveTo>
                  <a:lnTo>
                    <a:pt x="2116041" y="1654150"/>
                  </a:lnTo>
                  <a:lnTo>
                    <a:pt x="2122947" y="1653716"/>
                  </a:lnTo>
                  <a:lnTo>
                    <a:pt x="2129719" y="1652868"/>
                  </a:lnTo>
                  <a:lnTo>
                    <a:pt x="2129719" y="1654150"/>
                  </a:lnTo>
                  <a:lnTo>
                    <a:pt x="2414026" y="1654150"/>
                  </a:lnTo>
                  <a:lnTo>
                    <a:pt x="2274457" y="1478345"/>
                  </a:lnTo>
                  <a:lnTo>
                    <a:pt x="2274457" y="165415"/>
                  </a:lnTo>
                  <a:lnTo>
                    <a:pt x="2268548" y="121441"/>
                  </a:lnTo>
                  <a:lnTo>
                    <a:pt x="2251872" y="81927"/>
                  </a:lnTo>
                  <a:lnTo>
                    <a:pt x="2226006" y="48449"/>
                  </a:lnTo>
                  <a:lnTo>
                    <a:pt x="2192527" y="22584"/>
                  </a:lnTo>
                  <a:lnTo>
                    <a:pt x="2153014" y="5908"/>
                  </a:lnTo>
                  <a:lnTo>
                    <a:pt x="2109042" y="0"/>
                  </a:lnTo>
                  <a:lnTo>
                    <a:pt x="165415" y="0"/>
                  </a:lnTo>
                  <a:lnTo>
                    <a:pt x="121439" y="5908"/>
                  </a:lnTo>
                  <a:lnTo>
                    <a:pt x="81924" y="22584"/>
                  </a:lnTo>
                  <a:lnTo>
                    <a:pt x="48447" y="48449"/>
                  </a:lnTo>
                  <a:lnTo>
                    <a:pt x="22583" y="81927"/>
                  </a:lnTo>
                  <a:lnTo>
                    <a:pt x="5908" y="121441"/>
                  </a:lnTo>
                  <a:lnTo>
                    <a:pt x="0" y="165415"/>
                  </a:lnTo>
                  <a:lnTo>
                    <a:pt x="0" y="1488735"/>
                  </a:lnTo>
                  <a:lnTo>
                    <a:pt x="5908" y="1532711"/>
                  </a:lnTo>
                  <a:lnTo>
                    <a:pt x="22583" y="1572225"/>
                  </a:lnTo>
                  <a:lnTo>
                    <a:pt x="48447" y="1605703"/>
                  </a:lnTo>
                  <a:lnTo>
                    <a:pt x="81924" y="1631567"/>
                  </a:lnTo>
                  <a:lnTo>
                    <a:pt x="121439" y="1648242"/>
                  </a:lnTo>
                  <a:lnTo>
                    <a:pt x="165415" y="1654150"/>
                  </a:lnTo>
                  <a:lnTo>
                    <a:pt x="2109042" y="1654150"/>
                  </a:lnTo>
                  <a:close/>
                </a:path>
              </a:pathLst>
            </a:custGeom>
            <a:ln w="8549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586618" y="1146692"/>
            <a:ext cx="2423160" cy="1663064"/>
            <a:chOff x="6586618" y="1146692"/>
            <a:chExt cx="2423160" cy="1663064"/>
          </a:xfrm>
        </p:grpSpPr>
        <p:sp>
          <p:nvSpPr>
            <p:cNvPr id="14" name="object 14"/>
            <p:cNvSpPr/>
            <p:nvPr/>
          </p:nvSpPr>
          <p:spPr>
            <a:xfrm>
              <a:off x="6590894" y="1150967"/>
              <a:ext cx="2414270" cy="1654175"/>
            </a:xfrm>
            <a:custGeom>
              <a:avLst/>
              <a:gdLst/>
              <a:ahLst/>
              <a:cxnLst/>
              <a:rect l="l" t="t" r="r" b="b"/>
              <a:pathLst>
                <a:path w="2414270" h="1654175">
                  <a:moveTo>
                    <a:pt x="2248611" y="1654150"/>
                  </a:moveTo>
                  <a:lnTo>
                    <a:pt x="304984" y="1654150"/>
                  </a:lnTo>
                  <a:lnTo>
                    <a:pt x="297974" y="1654150"/>
                  </a:lnTo>
                  <a:lnTo>
                    <a:pt x="291079" y="1653716"/>
                  </a:lnTo>
                  <a:lnTo>
                    <a:pt x="284307" y="1652868"/>
                  </a:lnTo>
                  <a:lnTo>
                    <a:pt x="284307" y="1654150"/>
                  </a:lnTo>
                  <a:lnTo>
                    <a:pt x="0" y="1654150"/>
                  </a:lnTo>
                  <a:lnTo>
                    <a:pt x="139568" y="1478345"/>
                  </a:lnTo>
                  <a:lnTo>
                    <a:pt x="139568" y="165415"/>
                  </a:lnTo>
                  <a:lnTo>
                    <a:pt x="145477" y="121441"/>
                  </a:lnTo>
                  <a:lnTo>
                    <a:pt x="162152" y="81927"/>
                  </a:lnTo>
                  <a:lnTo>
                    <a:pt x="188016" y="48449"/>
                  </a:lnTo>
                  <a:lnTo>
                    <a:pt x="221493" y="22584"/>
                  </a:lnTo>
                  <a:lnTo>
                    <a:pt x="261008" y="5908"/>
                  </a:lnTo>
                  <a:lnTo>
                    <a:pt x="304984" y="0"/>
                  </a:lnTo>
                  <a:lnTo>
                    <a:pt x="2248611" y="0"/>
                  </a:lnTo>
                  <a:lnTo>
                    <a:pt x="2292583" y="5908"/>
                  </a:lnTo>
                  <a:lnTo>
                    <a:pt x="2332096" y="22584"/>
                  </a:lnTo>
                  <a:lnTo>
                    <a:pt x="2365575" y="48449"/>
                  </a:lnTo>
                  <a:lnTo>
                    <a:pt x="2391441" y="81927"/>
                  </a:lnTo>
                  <a:lnTo>
                    <a:pt x="2408117" y="121441"/>
                  </a:lnTo>
                  <a:lnTo>
                    <a:pt x="2414026" y="165415"/>
                  </a:lnTo>
                  <a:lnTo>
                    <a:pt x="2414026" y="1488735"/>
                  </a:lnTo>
                  <a:lnTo>
                    <a:pt x="2408117" y="1532711"/>
                  </a:lnTo>
                  <a:lnTo>
                    <a:pt x="2391441" y="1572226"/>
                  </a:lnTo>
                  <a:lnTo>
                    <a:pt x="2365575" y="1605703"/>
                  </a:lnTo>
                  <a:lnTo>
                    <a:pt x="2332096" y="1631567"/>
                  </a:lnTo>
                  <a:lnTo>
                    <a:pt x="2292583" y="1648242"/>
                  </a:lnTo>
                  <a:lnTo>
                    <a:pt x="2248611" y="1654150"/>
                  </a:lnTo>
                  <a:close/>
                </a:path>
              </a:pathLst>
            </a:custGeom>
            <a:solidFill>
              <a:srgbClr val="B9B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90893" y="1150967"/>
              <a:ext cx="2414270" cy="1654175"/>
            </a:xfrm>
            <a:custGeom>
              <a:avLst/>
              <a:gdLst/>
              <a:ahLst/>
              <a:cxnLst/>
              <a:rect l="l" t="t" r="r" b="b"/>
              <a:pathLst>
                <a:path w="2414270" h="1654175">
                  <a:moveTo>
                    <a:pt x="304984" y="1654150"/>
                  </a:moveTo>
                  <a:lnTo>
                    <a:pt x="297974" y="1654150"/>
                  </a:lnTo>
                  <a:lnTo>
                    <a:pt x="291079" y="1653716"/>
                  </a:lnTo>
                  <a:lnTo>
                    <a:pt x="284307" y="1652868"/>
                  </a:lnTo>
                  <a:lnTo>
                    <a:pt x="284307" y="1654150"/>
                  </a:lnTo>
                  <a:lnTo>
                    <a:pt x="0" y="1654150"/>
                  </a:lnTo>
                  <a:lnTo>
                    <a:pt x="139569" y="1478345"/>
                  </a:lnTo>
                  <a:lnTo>
                    <a:pt x="139569" y="165415"/>
                  </a:lnTo>
                  <a:lnTo>
                    <a:pt x="145477" y="121441"/>
                  </a:lnTo>
                  <a:lnTo>
                    <a:pt x="162152" y="81927"/>
                  </a:lnTo>
                  <a:lnTo>
                    <a:pt x="188016" y="48449"/>
                  </a:lnTo>
                  <a:lnTo>
                    <a:pt x="221494" y="22584"/>
                  </a:lnTo>
                  <a:lnTo>
                    <a:pt x="261009" y="5908"/>
                  </a:lnTo>
                  <a:lnTo>
                    <a:pt x="304984" y="0"/>
                  </a:lnTo>
                  <a:lnTo>
                    <a:pt x="2248611" y="0"/>
                  </a:lnTo>
                  <a:lnTo>
                    <a:pt x="2292583" y="5908"/>
                  </a:lnTo>
                  <a:lnTo>
                    <a:pt x="2332096" y="22584"/>
                  </a:lnTo>
                  <a:lnTo>
                    <a:pt x="2365575" y="48449"/>
                  </a:lnTo>
                  <a:lnTo>
                    <a:pt x="2391441" y="81927"/>
                  </a:lnTo>
                  <a:lnTo>
                    <a:pt x="2408117" y="121441"/>
                  </a:lnTo>
                  <a:lnTo>
                    <a:pt x="2414026" y="165415"/>
                  </a:lnTo>
                  <a:lnTo>
                    <a:pt x="2414026" y="1488735"/>
                  </a:lnTo>
                  <a:lnTo>
                    <a:pt x="2408117" y="1532711"/>
                  </a:lnTo>
                  <a:lnTo>
                    <a:pt x="2391441" y="1572225"/>
                  </a:lnTo>
                  <a:lnTo>
                    <a:pt x="2365575" y="1605703"/>
                  </a:lnTo>
                  <a:lnTo>
                    <a:pt x="2332096" y="1631567"/>
                  </a:lnTo>
                  <a:lnTo>
                    <a:pt x="2292583" y="1648242"/>
                  </a:lnTo>
                  <a:lnTo>
                    <a:pt x="2248611" y="1654150"/>
                  </a:lnTo>
                  <a:lnTo>
                    <a:pt x="304984" y="1654150"/>
                  </a:lnTo>
                  <a:close/>
                </a:path>
              </a:pathLst>
            </a:custGeom>
            <a:ln w="8549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011353" y="2849279"/>
            <a:ext cx="1246505" cy="883919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 indent="199390">
              <a:lnSpc>
                <a:spcPct val="105500"/>
              </a:lnSpc>
              <a:spcBef>
                <a:spcPts val="10"/>
              </a:spcBef>
            </a:pP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System </a:t>
            </a:r>
            <a:r>
              <a:rPr sz="1800" b="1" spc="-55" dirty="0">
                <a:solidFill>
                  <a:srgbClr val="FFFFFF"/>
                </a:solidFill>
                <a:latin typeface="Tahoma"/>
                <a:cs typeface="Tahoma"/>
              </a:rPr>
              <a:t>Architectur 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1800" b="1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03126" y="4145462"/>
            <a:ext cx="1880235" cy="113919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994"/>
              </a:spcBef>
            </a:pPr>
            <a:r>
              <a:rPr sz="1800" b="1" spc="-10" dirty="0">
                <a:solidFill>
                  <a:srgbClr val="262525"/>
                </a:solidFill>
                <a:latin typeface="Tahoma"/>
                <a:cs typeface="Tahoma"/>
              </a:rPr>
              <a:t>Preprocessing</a:t>
            </a:r>
            <a:endParaRPr sz="1800">
              <a:latin typeface="Tahoma"/>
              <a:cs typeface="Tahoma"/>
            </a:endParaRPr>
          </a:p>
          <a:p>
            <a:pPr marL="12700" marR="5080" indent="-635" algn="ctr">
              <a:lnSpc>
                <a:spcPts val="1630"/>
              </a:lnSpc>
              <a:spcBef>
                <a:spcPts val="860"/>
              </a:spcBef>
            </a:pPr>
            <a:r>
              <a:rPr sz="1450" spc="-10" dirty="0">
                <a:solidFill>
                  <a:srgbClr val="262525"/>
                </a:solidFill>
                <a:latin typeface="Tahoma"/>
                <a:cs typeface="Tahoma"/>
              </a:rPr>
              <a:t>Cleaning, </a:t>
            </a:r>
            <a:r>
              <a:rPr sz="1450" dirty="0">
                <a:solidFill>
                  <a:srgbClr val="262525"/>
                </a:solidFill>
                <a:latin typeface="Tahoma"/>
                <a:cs typeface="Tahoma"/>
              </a:rPr>
              <a:t>normalization,</a:t>
            </a:r>
            <a:r>
              <a:rPr sz="1450" spc="24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262525"/>
                </a:solidFill>
                <a:latin typeface="Tahoma"/>
                <a:cs typeface="Tahoma"/>
              </a:rPr>
              <a:t>feature extraction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16396" y="4193277"/>
            <a:ext cx="1790700" cy="11328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09300"/>
              </a:lnSpc>
              <a:spcBef>
                <a:spcPts val="90"/>
              </a:spcBef>
            </a:pPr>
            <a:r>
              <a:rPr sz="1800" b="1" spc="-75" dirty="0">
                <a:solidFill>
                  <a:srgbClr val="262525"/>
                </a:solidFill>
                <a:latin typeface="Tahoma"/>
                <a:cs typeface="Tahoma"/>
              </a:rPr>
              <a:t>Recommendatio </a:t>
            </a:r>
            <a:r>
              <a:rPr sz="1800" b="1" spc="-20" dirty="0">
                <a:solidFill>
                  <a:srgbClr val="262525"/>
                </a:solidFill>
                <a:latin typeface="Tahoma"/>
                <a:cs typeface="Tahoma"/>
              </a:rPr>
              <a:t>n</a:t>
            </a:r>
            <a:r>
              <a:rPr sz="1800" b="1" spc="-20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262525"/>
                </a:solidFill>
                <a:latin typeface="Tahoma"/>
                <a:cs typeface="Tahoma"/>
              </a:rPr>
              <a:t>Engine</a:t>
            </a:r>
            <a:endParaRPr sz="1800">
              <a:latin typeface="Tahoma"/>
              <a:cs typeface="Tahoma"/>
            </a:endParaRPr>
          </a:p>
          <a:p>
            <a:pPr marL="156845" marR="153035" algn="ctr">
              <a:lnSpc>
                <a:spcPts val="1630"/>
              </a:lnSpc>
              <a:spcBef>
                <a:spcPts val="780"/>
              </a:spcBef>
            </a:pPr>
            <a:r>
              <a:rPr sz="1450" dirty="0">
                <a:solidFill>
                  <a:srgbClr val="262525"/>
                </a:solidFill>
                <a:latin typeface="Tahoma"/>
                <a:cs typeface="Tahoma"/>
              </a:rPr>
              <a:t>Content-</a:t>
            </a:r>
            <a:r>
              <a:rPr sz="1450" spc="70" dirty="0">
                <a:solidFill>
                  <a:srgbClr val="262525"/>
                </a:solidFill>
                <a:latin typeface="Tahoma"/>
                <a:cs typeface="Tahoma"/>
              </a:rPr>
              <a:t>based</a:t>
            </a:r>
            <a:r>
              <a:rPr sz="1450" spc="27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50" spc="-50" dirty="0">
                <a:solidFill>
                  <a:srgbClr val="262525"/>
                </a:solidFill>
                <a:latin typeface="Tahoma"/>
                <a:cs typeface="Tahoma"/>
              </a:rPr>
              <a:t>&amp; </a:t>
            </a:r>
            <a:r>
              <a:rPr sz="1450" spc="50" dirty="0">
                <a:solidFill>
                  <a:srgbClr val="262525"/>
                </a:solidFill>
                <a:latin typeface="Tahoma"/>
                <a:cs typeface="Tahoma"/>
              </a:rPr>
              <a:t>category-</a:t>
            </a:r>
            <a:r>
              <a:rPr sz="1450" spc="-10" dirty="0">
                <a:solidFill>
                  <a:srgbClr val="262525"/>
                </a:solidFill>
                <a:latin typeface="Tahoma"/>
                <a:cs typeface="Tahoma"/>
              </a:rPr>
              <a:t>ranking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25757" y="1391559"/>
            <a:ext cx="1567815" cy="11328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3040" marR="181610" algn="ctr">
              <a:lnSpc>
                <a:spcPct val="109300"/>
              </a:lnSpc>
              <a:spcBef>
                <a:spcPts val="90"/>
              </a:spcBef>
            </a:pPr>
            <a:r>
              <a:rPr sz="1800" b="1" spc="-10" dirty="0">
                <a:solidFill>
                  <a:srgbClr val="262525"/>
                </a:solidFill>
                <a:latin typeface="Tahoma"/>
                <a:cs typeface="Tahoma"/>
              </a:rPr>
              <a:t>Streamlit </a:t>
            </a:r>
            <a:r>
              <a:rPr sz="1800" b="1" spc="-60" dirty="0">
                <a:solidFill>
                  <a:srgbClr val="262525"/>
                </a:solidFill>
                <a:latin typeface="Tahoma"/>
                <a:cs typeface="Tahoma"/>
              </a:rPr>
              <a:t>Dashboard</a:t>
            </a:r>
            <a:endParaRPr sz="1800">
              <a:latin typeface="Tahoma"/>
              <a:cs typeface="Tahoma"/>
            </a:endParaRPr>
          </a:p>
          <a:p>
            <a:pPr marL="12700" marR="5080" algn="ctr">
              <a:lnSpc>
                <a:spcPts val="1630"/>
              </a:lnSpc>
              <a:spcBef>
                <a:spcPts val="780"/>
              </a:spcBef>
            </a:pPr>
            <a:r>
              <a:rPr sz="1450" spc="-20" dirty="0">
                <a:solidFill>
                  <a:srgbClr val="262525"/>
                </a:solidFill>
                <a:latin typeface="Tahoma"/>
                <a:cs typeface="Tahoma"/>
              </a:rPr>
              <a:t>UI</a:t>
            </a:r>
            <a:r>
              <a:rPr sz="1450" spc="3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262525"/>
                </a:solidFill>
                <a:latin typeface="Tahoma"/>
                <a:cs typeface="Tahoma"/>
              </a:rPr>
              <a:t>with</a:t>
            </a:r>
            <a:r>
              <a:rPr sz="1450" spc="3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262525"/>
                </a:solidFill>
                <a:latin typeface="Tahoma"/>
                <a:cs typeface="Tahoma"/>
              </a:rPr>
              <a:t>charts</a:t>
            </a:r>
            <a:r>
              <a:rPr sz="1450" spc="3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262525"/>
                </a:solidFill>
                <a:latin typeface="Tahoma"/>
                <a:cs typeface="Tahoma"/>
              </a:rPr>
              <a:t>and </a:t>
            </a:r>
            <a:r>
              <a:rPr sz="1450" spc="-10" dirty="0">
                <a:solidFill>
                  <a:srgbClr val="262525"/>
                </a:solidFill>
                <a:latin typeface="Tahoma"/>
                <a:cs typeface="Tahoma"/>
              </a:rPr>
              <a:t>filters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54649" y="1447128"/>
            <a:ext cx="1600835" cy="93281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4"/>
              </a:spcBef>
            </a:pPr>
            <a:r>
              <a:rPr sz="1800" b="1" spc="75" dirty="0">
                <a:solidFill>
                  <a:srgbClr val="262525"/>
                </a:solidFill>
                <a:latin typeface="Tahoma"/>
                <a:cs typeface="Tahoma"/>
              </a:rPr>
              <a:t>CSV</a:t>
            </a:r>
            <a:r>
              <a:rPr sz="1800" b="1" spc="-19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262525"/>
                </a:solidFill>
                <a:latin typeface="Tahoma"/>
                <a:cs typeface="Tahoma"/>
              </a:rPr>
              <a:t>Dataset</a:t>
            </a:r>
            <a:endParaRPr sz="1800">
              <a:latin typeface="Tahoma"/>
              <a:cs typeface="Tahoma"/>
            </a:endParaRPr>
          </a:p>
          <a:p>
            <a:pPr marL="12700" marR="5080" algn="ctr">
              <a:lnSpc>
                <a:spcPts val="1630"/>
              </a:lnSpc>
              <a:spcBef>
                <a:spcPts val="860"/>
              </a:spcBef>
            </a:pPr>
            <a:r>
              <a:rPr sz="1450" dirty="0">
                <a:solidFill>
                  <a:srgbClr val="262525"/>
                </a:solidFill>
                <a:latin typeface="Tahoma"/>
                <a:cs typeface="Tahoma"/>
              </a:rPr>
              <a:t>Raw</a:t>
            </a:r>
            <a:r>
              <a:rPr sz="1450" spc="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262525"/>
                </a:solidFill>
                <a:latin typeface="Tahoma"/>
                <a:cs typeface="Tahoma"/>
              </a:rPr>
              <a:t>item</a:t>
            </a:r>
            <a:r>
              <a:rPr sz="1450" spc="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262525"/>
                </a:solidFill>
                <a:latin typeface="Tahoma"/>
                <a:cs typeface="Tahoma"/>
              </a:rPr>
              <a:t>and</a:t>
            </a:r>
            <a:r>
              <a:rPr sz="1450" spc="3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450" spc="30" dirty="0">
                <a:solidFill>
                  <a:srgbClr val="262525"/>
                </a:solidFill>
                <a:latin typeface="Tahoma"/>
                <a:cs typeface="Tahoma"/>
              </a:rPr>
              <a:t>user </a:t>
            </a:r>
            <a:r>
              <a:rPr sz="1450" spc="-20" dirty="0">
                <a:solidFill>
                  <a:srgbClr val="262525"/>
                </a:solidFill>
                <a:latin typeface="Tahoma"/>
                <a:cs typeface="Tahoma"/>
              </a:rPr>
              <a:t>data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6070" y="5856410"/>
            <a:ext cx="9319260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50" dirty="0">
                <a:solidFill>
                  <a:srgbClr val="262525"/>
                </a:solidFill>
                <a:latin typeface="Tahoma"/>
                <a:cs typeface="Tahoma"/>
              </a:rPr>
              <a:t>The</a:t>
            </a:r>
            <a:r>
              <a:rPr sz="1050" spc="9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62525"/>
                </a:solidFill>
                <a:latin typeface="Tahoma"/>
                <a:cs typeface="Tahoma"/>
              </a:rPr>
              <a:t>architecture</a:t>
            </a:r>
            <a:r>
              <a:rPr sz="1050" spc="9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spc="50" dirty="0">
                <a:solidFill>
                  <a:srgbClr val="262525"/>
                </a:solidFill>
                <a:latin typeface="Tahoma"/>
                <a:cs typeface="Tahoma"/>
              </a:rPr>
              <a:t>connects</a:t>
            </a:r>
            <a:r>
              <a:rPr sz="1050" spc="9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62525"/>
                </a:solidFill>
                <a:latin typeface="Tahoma"/>
                <a:cs typeface="Tahoma"/>
              </a:rPr>
              <a:t>data</a:t>
            </a:r>
            <a:r>
              <a:rPr sz="1050" spc="9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62525"/>
                </a:solidFill>
                <a:latin typeface="Tahoma"/>
                <a:cs typeface="Tahoma"/>
              </a:rPr>
              <a:t>ingestion,</a:t>
            </a:r>
            <a:r>
              <a:rPr sz="1050" spc="9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spc="45" dirty="0">
                <a:solidFill>
                  <a:srgbClr val="262525"/>
                </a:solidFill>
                <a:latin typeface="Tahoma"/>
                <a:cs typeface="Tahoma"/>
              </a:rPr>
              <a:t>preprocessing</a:t>
            </a:r>
            <a:r>
              <a:rPr sz="1050" spc="9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62525"/>
                </a:solidFill>
                <a:latin typeface="Tahoma"/>
                <a:cs typeface="Tahoma"/>
              </a:rPr>
              <a:t>modules,</a:t>
            </a:r>
            <a:r>
              <a:rPr sz="1050" spc="9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62525"/>
                </a:solidFill>
                <a:latin typeface="Tahoma"/>
                <a:cs typeface="Tahoma"/>
              </a:rPr>
              <a:t>recommendation</a:t>
            </a:r>
            <a:r>
              <a:rPr sz="1050" spc="9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62525"/>
                </a:solidFill>
                <a:latin typeface="Tahoma"/>
                <a:cs typeface="Tahoma"/>
              </a:rPr>
              <a:t>logic,</a:t>
            </a:r>
            <a:r>
              <a:rPr sz="1050" spc="9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62525"/>
                </a:solidFill>
                <a:latin typeface="Tahoma"/>
                <a:cs typeface="Tahoma"/>
              </a:rPr>
              <a:t>visualization,</a:t>
            </a:r>
            <a:r>
              <a:rPr sz="1050" spc="9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62525"/>
                </a:solidFill>
                <a:latin typeface="Tahoma"/>
                <a:cs typeface="Tahoma"/>
              </a:rPr>
              <a:t>and</a:t>
            </a:r>
            <a:r>
              <a:rPr sz="1050" spc="9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62525"/>
                </a:solidFill>
                <a:latin typeface="Tahoma"/>
                <a:cs typeface="Tahoma"/>
              </a:rPr>
              <a:t>the</a:t>
            </a:r>
            <a:r>
              <a:rPr sz="1050" spc="9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62525"/>
                </a:solidFill>
                <a:latin typeface="Tahoma"/>
                <a:cs typeface="Tahoma"/>
              </a:rPr>
              <a:t>Streamlit</a:t>
            </a:r>
            <a:r>
              <a:rPr sz="1050" spc="9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262525"/>
                </a:solidFill>
                <a:latin typeface="Tahoma"/>
                <a:cs typeface="Tahoma"/>
              </a:rPr>
              <a:t>UI</a:t>
            </a:r>
            <a:r>
              <a:rPr sz="1050" spc="9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62525"/>
                </a:solidFill>
                <a:latin typeface="Tahoma"/>
                <a:cs typeface="Tahoma"/>
              </a:rPr>
              <a:t>for</a:t>
            </a:r>
            <a:r>
              <a:rPr sz="1050" spc="9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62525"/>
                </a:solidFill>
                <a:latin typeface="Tahoma"/>
                <a:cs typeface="Tahoma"/>
              </a:rPr>
              <a:t>interactive</a:t>
            </a:r>
            <a:r>
              <a:rPr sz="1050" spc="9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262525"/>
                </a:solidFill>
                <a:latin typeface="Tahoma"/>
                <a:cs typeface="Tahoma"/>
              </a:rPr>
              <a:t>exploration.</a:t>
            </a:r>
            <a:endParaRPr sz="1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129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35"/>
              </a:spcBef>
            </a:pPr>
            <a:r>
              <a:rPr spc="-204" dirty="0"/>
              <a:t>Implementation</a:t>
            </a:r>
            <a:r>
              <a:rPr spc="-305" dirty="0"/>
              <a:t> </a:t>
            </a:r>
            <a:r>
              <a:rPr spc="-135" dirty="0"/>
              <a:t>Details</a:t>
            </a:r>
            <a:r>
              <a:rPr spc="-305" dirty="0"/>
              <a:t> </a:t>
            </a:r>
            <a:r>
              <a:rPr spc="515" dirty="0"/>
              <a:t>s</a:t>
            </a:r>
            <a:r>
              <a:rPr spc="-300" dirty="0"/>
              <a:t> </a:t>
            </a:r>
            <a:r>
              <a:rPr spc="-145" dirty="0"/>
              <a:t>Recommendation</a:t>
            </a:r>
            <a:r>
              <a:rPr spc="-305" dirty="0"/>
              <a:t> </a:t>
            </a:r>
            <a:r>
              <a:rPr spc="-10" dirty="0"/>
              <a:t>Logic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1400175"/>
            <a:ext cx="3333749" cy="44386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4350" y="2238375"/>
            <a:ext cx="600075" cy="7429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105056" y="2216911"/>
            <a:ext cx="1218565" cy="1715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Modules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000"/>
              </a:lnSpc>
              <a:spcBef>
                <a:spcPts val="1115"/>
              </a:spcBef>
            </a:pP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sz="130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262424"/>
                </a:solidFill>
                <a:latin typeface="Tahoma"/>
                <a:cs typeface="Tahoma"/>
              </a:rPr>
              <a:t>loading, filtering, recommendatio </a:t>
            </a:r>
            <a:r>
              <a:rPr sz="1300" spc="50" dirty="0">
                <a:solidFill>
                  <a:srgbClr val="262424"/>
                </a:solidFill>
                <a:latin typeface="Tahoma"/>
                <a:cs typeface="Tahoma"/>
              </a:rPr>
              <a:t>n</a:t>
            </a:r>
            <a:r>
              <a:rPr sz="1300" spc="-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262424"/>
                </a:solidFill>
                <a:latin typeface="Tahoma"/>
                <a:cs typeface="Tahoma"/>
              </a:rPr>
              <a:t>logic, visualization.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72250" y="2238375"/>
            <a:ext cx="590550" cy="7429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46251" y="2216911"/>
            <a:ext cx="1269365" cy="27539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22860">
              <a:lnSpc>
                <a:spcPct val="102299"/>
              </a:lnSpc>
              <a:spcBef>
                <a:spcPts val="45"/>
              </a:spcBef>
            </a:pPr>
            <a:r>
              <a:rPr sz="1650" b="1" spc="-80" dirty="0">
                <a:solidFill>
                  <a:srgbClr val="262424"/>
                </a:solidFill>
                <a:latin typeface="Tahoma"/>
                <a:cs typeface="Tahoma"/>
              </a:rPr>
              <a:t>Recommend </a:t>
            </a:r>
            <a:r>
              <a:rPr sz="1650" b="1" spc="-95" dirty="0">
                <a:solidFill>
                  <a:srgbClr val="262424"/>
                </a:solidFill>
                <a:latin typeface="Tahoma"/>
                <a:cs typeface="Tahoma"/>
              </a:rPr>
              <a:t>ation</a:t>
            </a:r>
            <a:r>
              <a:rPr sz="1650" b="1" spc="-1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20" dirty="0">
                <a:solidFill>
                  <a:srgbClr val="262424"/>
                </a:solidFill>
                <a:latin typeface="Tahoma"/>
                <a:cs typeface="Tahoma"/>
              </a:rPr>
              <a:t>Logic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200"/>
              </a:lnSpc>
              <a:spcBef>
                <a:spcPts val="1110"/>
              </a:spcBef>
            </a:pP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Content-</a:t>
            </a:r>
            <a:r>
              <a:rPr sz="1300" spc="40" dirty="0">
                <a:solidFill>
                  <a:srgbClr val="262424"/>
                </a:solidFill>
                <a:latin typeface="Tahoma"/>
                <a:cs typeface="Tahoma"/>
              </a:rPr>
              <a:t>based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filtering</a:t>
            </a:r>
            <a:r>
              <a:rPr sz="1300" spc="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262424"/>
                </a:solidFill>
                <a:latin typeface="Tahoma"/>
                <a:cs typeface="Tahoma"/>
              </a:rPr>
              <a:t>using product attributes;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category-</a:t>
            </a:r>
            <a:r>
              <a:rPr sz="1300" spc="40" dirty="0">
                <a:solidFill>
                  <a:srgbClr val="262424"/>
                </a:solidFill>
                <a:latin typeface="Tahoma"/>
                <a:cs typeface="Tahoma"/>
              </a:rPr>
              <a:t>based </a:t>
            </a:r>
            <a:r>
              <a:rPr sz="1300" spc="-10" dirty="0">
                <a:solidFill>
                  <a:srgbClr val="262424"/>
                </a:solidFill>
                <a:latin typeface="Tahoma"/>
                <a:cs typeface="Tahoma"/>
              </a:rPr>
              <a:t>recommendatio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ns;</a:t>
            </a:r>
            <a:r>
              <a:rPr sz="130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ranking</a:t>
            </a:r>
            <a:r>
              <a:rPr sz="130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35" dirty="0">
                <a:solidFill>
                  <a:srgbClr val="262424"/>
                </a:solidFill>
                <a:latin typeface="Tahoma"/>
                <a:cs typeface="Tahoma"/>
              </a:rPr>
              <a:t>by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rating</a:t>
            </a:r>
            <a:r>
              <a:rPr sz="1300" spc="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00" spc="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262424"/>
                </a:solidFill>
                <a:latin typeface="Tahoma"/>
                <a:cs typeface="Tahoma"/>
              </a:rPr>
              <a:t>sales.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10625" y="2238375"/>
            <a:ext cx="590550" cy="7429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587458" y="2216911"/>
            <a:ext cx="1218565" cy="2239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spc="-25" dirty="0">
                <a:solidFill>
                  <a:srgbClr val="262424"/>
                </a:solidFill>
                <a:latin typeface="Tahoma"/>
                <a:cs typeface="Tahoma"/>
              </a:rPr>
              <a:t>UI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400"/>
              </a:lnSpc>
              <a:spcBef>
                <a:spcPts val="1110"/>
              </a:spcBef>
            </a:pPr>
            <a:r>
              <a:rPr sz="1300" spc="35" dirty="0">
                <a:solidFill>
                  <a:srgbClr val="262424"/>
                </a:solidFill>
                <a:latin typeface="Tahoma"/>
                <a:cs typeface="Tahoma"/>
              </a:rPr>
              <a:t>Category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selector,</a:t>
            </a:r>
            <a:r>
              <a:rPr sz="1300" spc="27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top-</a:t>
            </a:r>
            <a:r>
              <a:rPr sz="1300" spc="70" dirty="0">
                <a:solidFill>
                  <a:srgbClr val="262424"/>
                </a:solidFill>
                <a:latin typeface="Tahoma"/>
                <a:cs typeface="Tahoma"/>
              </a:rPr>
              <a:t>N </a:t>
            </a:r>
            <a:r>
              <a:rPr sz="1300" spc="-10" dirty="0">
                <a:solidFill>
                  <a:srgbClr val="262424"/>
                </a:solidFill>
                <a:latin typeface="Tahoma"/>
                <a:cs typeface="Tahoma"/>
              </a:rPr>
              <a:t>recommendatio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ns, </a:t>
            </a:r>
            <a:r>
              <a:rPr sz="1300" spc="-10" dirty="0">
                <a:solidFill>
                  <a:srgbClr val="262424"/>
                </a:solidFill>
                <a:latin typeface="Tahoma"/>
                <a:cs typeface="Tahoma"/>
              </a:rPr>
              <a:t>interactive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charts</a:t>
            </a:r>
            <a:r>
              <a:rPr sz="1300" spc="1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262424"/>
                </a:solidFill>
                <a:latin typeface="Tahoma"/>
                <a:cs typeface="Tahoma"/>
              </a:rPr>
              <a:t>and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tables</a:t>
            </a:r>
            <a:r>
              <a:rPr sz="1300" spc="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262424"/>
                </a:solidFill>
                <a:latin typeface="Tahoma"/>
                <a:cs typeface="Tahoma"/>
              </a:rPr>
              <a:t>(Plotly</a:t>
            </a:r>
            <a:r>
              <a:rPr sz="1300" spc="7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00" spc="-50" dirty="0">
                <a:solidFill>
                  <a:srgbClr val="262424"/>
                </a:solidFill>
                <a:latin typeface="Tahoma"/>
                <a:cs typeface="Tahoma"/>
              </a:rPr>
              <a:t>+ </a:t>
            </a:r>
            <a:r>
              <a:rPr sz="1300" spc="-10" dirty="0">
                <a:solidFill>
                  <a:srgbClr val="262424"/>
                </a:solidFill>
                <a:latin typeface="Tahoma"/>
                <a:cs typeface="Tahoma"/>
              </a:rPr>
              <a:t>Streamlit).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853" y="464216"/>
            <a:ext cx="7630795" cy="447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spc="-100" dirty="0"/>
              <a:t>Milestone</a:t>
            </a:r>
            <a:r>
              <a:rPr sz="2750" spc="-285" dirty="0"/>
              <a:t> </a:t>
            </a:r>
            <a:r>
              <a:rPr sz="2750" spc="120" dirty="0"/>
              <a:t>4</a:t>
            </a:r>
            <a:r>
              <a:rPr sz="2750" spc="-280" dirty="0"/>
              <a:t> </a:t>
            </a:r>
            <a:r>
              <a:rPr sz="2750" spc="250" dirty="0"/>
              <a:t>—</a:t>
            </a:r>
            <a:r>
              <a:rPr sz="2750" spc="-285" dirty="0"/>
              <a:t> </a:t>
            </a:r>
            <a:r>
              <a:rPr sz="2750" spc="-100" dirty="0"/>
              <a:t>Results,</a:t>
            </a:r>
            <a:r>
              <a:rPr sz="2750" spc="-375" dirty="0"/>
              <a:t> </a:t>
            </a:r>
            <a:r>
              <a:rPr sz="2750" spc="-135" dirty="0"/>
              <a:t>Evaluation</a:t>
            </a:r>
            <a:r>
              <a:rPr sz="2750" spc="-280" dirty="0"/>
              <a:t> </a:t>
            </a:r>
            <a:r>
              <a:rPr sz="2750" spc="434" dirty="0"/>
              <a:t>s</a:t>
            </a:r>
            <a:r>
              <a:rPr sz="2750" spc="-285" dirty="0"/>
              <a:t> </a:t>
            </a:r>
            <a:r>
              <a:rPr sz="2750" spc="-130" dirty="0"/>
              <a:t>Next</a:t>
            </a:r>
            <a:r>
              <a:rPr sz="2750" spc="-280" dirty="0"/>
              <a:t> </a:t>
            </a:r>
            <a:r>
              <a:rPr sz="2750" spc="-10" dirty="0"/>
              <a:t>Steps</a:t>
            </a:r>
            <a:endParaRPr sz="2750"/>
          </a:p>
        </p:txBody>
      </p:sp>
      <p:grpSp>
        <p:nvGrpSpPr>
          <p:cNvPr id="3" name="object 3"/>
          <p:cNvGrpSpPr/>
          <p:nvPr/>
        </p:nvGrpSpPr>
        <p:grpSpPr>
          <a:xfrm>
            <a:off x="619124" y="1152524"/>
            <a:ext cx="133350" cy="847725"/>
            <a:chOff x="619124" y="1152524"/>
            <a:chExt cx="133350" cy="847725"/>
          </a:xfrm>
        </p:grpSpPr>
        <p:sp>
          <p:nvSpPr>
            <p:cNvPr id="4" name="object 4"/>
            <p:cNvSpPr/>
            <p:nvPr/>
          </p:nvSpPr>
          <p:spPr>
            <a:xfrm>
              <a:off x="623887" y="1157287"/>
              <a:ext cx="123825" cy="838200"/>
            </a:xfrm>
            <a:custGeom>
              <a:avLst/>
              <a:gdLst/>
              <a:ahLst/>
              <a:cxnLst/>
              <a:rect l="l" t="t" r="r" b="b"/>
              <a:pathLst>
                <a:path w="123825" h="838200">
                  <a:moveTo>
                    <a:pt x="85233" y="838199"/>
                  </a:moveTo>
                  <a:lnTo>
                    <a:pt x="38591" y="838199"/>
                  </a:lnTo>
                  <a:lnTo>
                    <a:pt x="32916" y="837070"/>
                  </a:lnTo>
                  <a:lnTo>
                    <a:pt x="1128" y="805283"/>
                  </a:lnTo>
                  <a:lnTo>
                    <a:pt x="0" y="799608"/>
                  </a:lnTo>
                  <a:lnTo>
                    <a:pt x="0" y="793708"/>
                  </a:lnTo>
                  <a:lnTo>
                    <a:pt x="0" y="38591"/>
                  </a:lnTo>
                  <a:lnTo>
                    <a:pt x="22014" y="5644"/>
                  </a:lnTo>
                  <a:lnTo>
                    <a:pt x="38591" y="0"/>
                  </a:lnTo>
                  <a:lnTo>
                    <a:pt x="85233" y="0"/>
                  </a:lnTo>
                  <a:lnTo>
                    <a:pt x="118180" y="22014"/>
                  </a:lnTo>
                  <a:lnTo>
                    <a:pt x="123824" y="38591"/>
                  </a:lnTo>
                  <a:lnTo>
                    <a:pt x="123824" y="799608"/>
                  </a:lnTo>
                  <a:lnTo>
                    <a:pt x="101810" y="832555"/>
                  </a:lnTo>
                  <a:lnTo>
                    <a:pt x="90909" y="837070"/>
                  </a:lnTo>
                  <a:lnTo>
                    <a:pt x="85233" y="83819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3887" y="1157287"/>
              <a:ext cx="123825" cy="838200"/>
            </a:xfrm>
            <a:custGeom>
              <a:avLst/>
              <a:gdLst/>
              <a:ahLst/>
              <a:cxnLst/>
              <a:rect l="l" t="t" r="r" b="b"/>
              <a:pathLst>
                <a:path w="123825" h="838200">
                  <a:moveTo>
                    <a:pt x="0" y="793708"/>
                  </a:moveTo>
                  <a:lnTo>
                    <a:pt x="0" y="44491"/>
                  </a:lnTo>
                  <a:lnTo>
                    <a:pt x="0" y="38591"/>
                  </a:lnTo>
                  <a:lnTo>
                    <a:pt x="1128" y="32915"/>
                  </a:lnTo>
                  <a:lnTo>
                    <a:pt x="3386" y="27465"/>
                  </a:lnTo>
                  <a:lnTo>
                    <a:pt x="5644" y="22014"/>
                  </a:lnTo>
                  <a:lnTo>
                    <a:pt x="8859" y="17202"/>
                  </a:lnTo>
                  <a:lnTo>
                    <a:pt x="13031" y="13031"/>
                  </a:lnTo>
                  <a:lnTo>
                    <a:pt x="17203" y="8859"/>
                  </a:lnTo>
                  <a:lnTo>
                    <a:pt x="22014" y="5644"/>
                  </a:lnTo>
                  <a:lnTo>
                    <a:pt x="27465" y="3386"/>
                  </a:lnTo>
                  <a:lnTo>
                    <a:pt x="32916" y="1128"/>
                  </a:lnTo>
                  <a:lnTo>
                    <a:pt x="38591" y="0"/>
                  </a:lnTo>
                  <a:lnTo>
                    <a:pt x="44491" y="0"/>
                  </a:lnTo>
                  <a:lnTo>
                    <a:pt x="79333" y="0"/>
                  </a:lnTo>
                  <a:lnTo>
                    <a:pt x="85233" y="0"/>
                  </a:lnTo>
                  <a:lnTo>
                    <a:pt x="90909" y="1128"/>
                  </a:lnTo>
                  <a:lnTo>
                    <a:pt x="96359" y="3386"/>
                  </a:lnTo>
                  <a:lnTo>
                    <a:pt x="101810" y="5644"/>
                  </a:lnTo>
                  <a:lnTo>
                    <a:pt x="106621" y="8859"/>
                  </a:lnTo>
                  <a:lnTo>
                    <a:pt x="110793" y="13031"/>
                  </a:lnTo>
                  <a:lnTo>
                    <a:pt x="114965" y="17202"/>
                  </a:lnTo>
                  <a:lnTo>
                    <a:pt x="118180" y="22014"/>
                  </a:lnTo>
                  <a:lnTo>
                    <a:pt x="120438" y="27465"/>
                  </a:lnTo>
                  <a:lnTo>
                    <a:pt x="122696" y="32915"/>
                  </a:lnTo>
                  <a:lnTo>
                    <a:pt x="123824" y="38591"/>
                  </a:lnTo>
                  <a:lnTo>
                    <a:pt x="123825" y="44491"/>
                  </a:lnTo>
                  <a:lnTo>
                    <a:pt x="123825" y="793708"/>
                  </a:lnTo>
                  <a:lnTo>
                    <a:pt x="106621" y="829340"/>
                  </a:lnTo>
                  <a:lnTo>
                    <a:pt x="79333" y="838199"/>
                  </a:lnTo>
                  <a:lnTo>
                    <a:pt x="44491" y="838199"/>
                  </a:lnTo>
                  <a:lnTo>
                    <a:pt x="8859" y="820996"/>
                  </a:lnTo>
                  <a:lnTo>
                    <a:pt x="0" y="799608"/>
                  </a:lnTo>
                  <a:lnTo>
                    <a:pt x="0" y="793708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28674" y="2105024"/>
            <a:ext cx="142875" cy="847725"/>
            <a:chOff x="828674" y="2105024"/>
            <a:chExt cx="142875" cy="847725"/>
          </a:xfrm>
        </p:grpSpPr>
        <p:sp>
          <p:nvSpPr>
            <p:cNvPr id="7" name="object 7"/>
            <p:cNvSpPr/>
            <p:nvPr/>
          </p:nvSpPr>
          <p:spPr>
            <a:xfrm>
              <a:off x="833437" y="2109787"/>
              <a:ext cx="133350" cy="838200"/>
            </a:xfrm>
            <a:custGeom>
              <a:avLst/>
              <a:gdLst/>
              <a:ahLst/>
              <a:cxnLst/>
              <a:rect l="l" t="t" r="r" b="b"/>
              <a:pathLst>
                <a:path w="133350" h="838200">
                  <a:moveTo>
                    <a:pt x="94758" y="838199"/>
                  </a:moveTo>
                  <a:lnTo>
                    <a:pt x="38591" y="838199"/>
                  </a:lnTo>
                  <a:lnTo>
                    <a:pt x="32916" y="837070"/>
                  </a:lnTo>
                  <a:lnTo>
                    <a:pt x="1128" y="805283"/>
                  </a:lnTo>
                  <a:lnTo>
                    <a:pt x="0" y="799608"/>
                  </a:lnTo>
                  <a:lnTo>
                    <a:pt x="0" y="793708"/>
                  </a:lnTo>
                  <a:lnTo>
                    <a:pt x="0" y="38591"/>
                  </a:lnTo>
                  <a:lnTo>
                    <a:pt x="22014" y="5644"/>
                  </a:lnTo>
                  <a:lnTo>
                    <a:pt x="38591" y="0"/>
                  </a:lnTo>
                  <a:lnTo>
                    <a:pt x="94758" y="0"/>
                  </a:lnTo>
                  <a:lnTo>
                    <a:pt x="127705" y="22014"/>
                  </a:lnTo>
                  <a:lnTo>
                    <a:pt x="133349" y="38591"/>
                  </a:lnTo>
                  <a:lnTo>
                    <a:pt x="133349" y="799608"/>
                  </a:lnTo>
                  <a:lnTo>
                    <a:pt x="111335" y="832555"/>
                  </a:lnTo>
                  <a:lnTo>
                    <a:pt x="100433" y="837070"/>
                  </a:lnTo>
                  <a:lnTo>
                    <a:pt x="94758" y="83819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3437" y="2109787"/>
              <a:ext cx="133350" cy="838200"/>
            </a:xfrm>
            <a:custGeom>
              <a:avLst/>
              <a:gdLst/>
              <a:ahLst/>
              <a:cxnLst/>
              <a:rect l="l" t="t" r="r" b="b"/>
              <a:pathLst>
                <a:path w="133350" h="838200">
                  <a:moveTo>
                    <a:pt x="0" y="793708"/>
                  </a:moveTo>
                  <a:lnTo>
                    <a:pt x="0" y="44491"/>
                  </a:lnTo>
                  <a:lnTo>
                    <a:pt x="0" y="38591"/>
                  </a:lnTo>
                  <a:lnTo>
                    <a:pt x="1128" y="32915"/>
                  </a:lnTo>
                  <a:lnTo>
                    <a:pt x="3386" y="27465"/>
                  </a:lnTo>
                  <a:lnTo>
                    <a:pt x="5644" y="22014"/>
                  </a:lnTo>
                  <a:lnTo>
                    <a:pt x="8859" y="17202"/>
                  </a:lnTo>
                  <a:lnTo>
                    <a:pt x="13031" y="13031"/>
                  </a:lnTo>
                  <a:lnTo>
                    <a:pt x="17203" y="8859"/>
                  </a:lnTo>
                  <a:lnTo>
                    <a:pt x="22014" y="5644"/>
                  </a:lnTo>
                  <a:lnTo>
                    <a:pt x="27465" y="3386"/>
                  </a:lnTo>
                  <a:lnTo>
                    <a:pt x="32916" y="1128"/>
                  </a:lnTo>
                  <a:lnTo>
                    <a:pt x="38591" y="0"/>
                  </a:lnTo>
                  <a:lnTo>
                    <a:pt x="44491" y="0"/>
                  </a:lnTo>
                  <a:lnTo>
                    <a:pt x="88858" y="0"/>
                  </a:lnTo>
                  <a:lnTo>
                    <a:pt x="94758" y="0"/>
                  </a:lnTo>
                  <a:lnTo>
                    <a:pt x="100433" y="1128"/>
                  </a:lnTo>
                  <a:lnTo>
                    <a:pt x="105884" y="3386"/>
                  </a:lnTo>
                  <a:lnTo>
                    <a:pt x="111335" y="5644"/>
                  </a:lnTo>
                  <a:lnTo>
                    <a:pt x="116146" y="8859"/>
                  </a:lnTo>
                  <a:lnTo>
                    <a:pt x="120318" y="13031"/>
                  </a:lnTo>
                  <a:lnTo>
                    <a:pt x="124490" y="17202"/>
                  </a:lnTo>
                  <a:lnTo>
                    <a:pt x="127705" y="22014"/>
                  </a:lnTo>
                  <a:lnTo>
                    <a:pt x="129963" y="27465"/>
                  </a:lnTo>
                  <a:lnTo>
                    <a:pt x="132221" y="32915"/>
                  </a:lnTo>
                  <a:lnTo>
                    <a:pt x="133349" y="38591"/>
                  </a:lnTo>
                  <a:lnTo>
                    <a:pt x="133350" y="44491"/>
                  </a:lnTo>
                  <a:lnTo>
                    <a:pt x="133350" y="793708"/>
                  </a:lnTo>
                  <a:lnTo>
                    <a:pt x="133349" y="799608"/>
                  </a:lnTo>
                  <a:lnTo>
                    <a:pt x="132221" y="805283"/>
                  </a:lnTo>
                  <a:lnTo>
                    <a:pt x="129963" y="810734"/>
                  </a:lnTo>
                  <a:lnTo>
                    <a:pt x="127705" y="816185"/>
                  </a:lnTo>
                  <a:lnTo>
                    <a:pt x="94758" y="838199"/>
                  </a:lnTo>
                  <a:lnTo>
                    <a:pt x="88858" y="838199"/>
                  </a:lnTo>
                  <a:lnTo>
                    <a:pt x="44491" y="838199"/>
                  </a:lnTo>
                  <a:lnTo>
                    <a:pt x="8859" y="820996"/>
                  </a:lnTo>
                  <a:lnTo>
                    <a:pt x="3386" y="810734"/>
                  </a:lnTo>
                  <a:lnTo>
                    <a:pt x="1128" y="805283"/>
                  </a:lnTo>
                  <a:lnTo>
                    <a:pt x="0" y="799608"/>
                  </a:lnTo>
                  <a:lnTo>
                    <a:pt x="0" y="793708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038224" y="3067049"/>
            <a:ext cx="142875" cy="838200"/>
            <a:chOff x="1038224" y="3067049"/>
            <a:chExt cx="142875" cy="838200"/>
          </a:xfrm>
        </p:grpSpPr>
        <p:sp>
          <p:nvSpPr>
            <p:cNvPr id="10" name="object 10"/>
            <p:cNvSpPr/>
            <p:nvPr/>
          </p:nvSpPr>
          <p:spPr>
            <a:xfrm>
              <a:off x="1042987" y="3071812"/>
              <a:ext cx="133350" cy="828675"/>
            </a:xfrm>
            <a:custGeom>
              <a:avLst/>
              <a:gdLst/>
              <a:ahLst/>
              <a:cxnLst/>
              <a:rect l="l" t="t" r="r" b="b"/>
              <a:pathLst>
                <a:path w="133350" h="828675">
                  <a:moveTo>
                    <a:pt x="94758" y="828674"/>
                  </a:moveTo>
                  <a:lnTo>
                    <a:pt x="38591" y="828674"/>
                  </a:lnTo>
                  <a:lnTo>
                    <a:pt x="32916" y="827545"/>
                  </a:lnTo>
                  <a:lnTo>
                    <a:pt x="1128" y="795758"/>
                  </a:lnTo>
                  <a:lnTo>
                    <a:pt x="0" y="790083"/>
                  </a:lnTo>
                  <a:lnTo>
                    <a:pt x="0" y="784183"/>
                  </a:lnTo>
                  <a:lnTo>
                    <a:pt x="0" y="38590"/>
                  </a:lnTo>
                  <a:lnTo>
                    <a:pt x="22014" y="5644"/>
                  </a:lnTo>
                  <a:lnTo>
                    <a:pt x="38591" y="0"/>
                  </a:lnTo>
                  <a:lnTo>
                    <a:pt x="94758" y="0"/>
                  </a:lnTo>
                  <a:lnTo>
                    <a:pt x="127705" y="22014"/>
                  </a:lnTo>
                  <a:lnTo>
                    <a:pt x="133349" y="38590"/>
                  </a:lnTo>
                  <a:lnTo>
                    <a:pt x="133349" y="790083"/>
                  </a:lnTo>
                  <a:lnTo>
                    <a:pt x="111335" y="823029"/>
                  </a:lnTo>
                  <a:lnTo>
                    <a:pt x="100433" y="827545"/>
                  </a:lnTo>
                  <a:lnTo>
                    <a:pt x="94758" y="828674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2987" y="3071812"/>
              <a:ext cx="133350" cy="828675"/>
            </a:xfrm>
            <a:custGeom>
              <a:avLst/>
              <a:gdLst/>
              <a:ahLst/>
              <a:cxnLst/>
              <a:rect l="l" t="t" r="r" b="b"/>
              <a:pathLst>
                <a:path w="133350" h="828675">
                  <a:moveTo>
                    <a:pt x="0" y="784183"/>
                  </a:moveTo>
                  <a:lnTo>
                    <a:pt x="0" y="44491"/>
                  </a:lnTo>
                  <a:lnTo>
                    <a:pt x="0" y="38590"/>
                  </a:lnTo>
                  <a:lnTo>
                    <a:pt x="1128" y="32915"/>
                  </a:lnTo>
                  <a:lnTo>
                    <a:pt x="3386" y="27464"/>
                  </a:lnTo>
                  <a:lnTo>
                    <a:pt x="5644" y="22014"/>
                  </a:lnTo>
                  <a:lnTo>
                    <a:pt x="8859" y="17202"/>
                  </a:lnTo>
                  <a:lnTo>
                    <a:pt x="13031" y="13030"/>
                  </a:lnTo>
                  <a:lnTo>
                    <a:pt x="17202" y="8858"/>
                  </a:lnTo>
                  <a:lnTo>
                    <a:pt x="22014" y="5644"/>
                  </a:lnTo>
                  <a:lnTo>
                    <a:pt x="27465" y="3386"/>
                  </a:lnTo>
                  <a:lnTo>
                    <a:pt x="32916" y="1128"/>
                  </a:lnTo>
                  <a:lnTo>
                    <a:pt x="38591" y="0"/>
                  </a:lnTo>
                  <a:lnTo>
                    <a:pt x="44491" y="0"/>
                  </a:lnTo>
                  <a:lnTo>
                    <a:pt x="88858" y="0"/>
                  </a:lnTo>
                  <a:lnTo>
                    <a:pt x="94758" y="0"/>
                  </a:lnTo>
                  <a:lnTo>
                    <a:pt x="100433" y="1128"/>
                  </a:lnTo>
                  <a:lnTo>
                    <a:pt x="105884" y="3386"/>
                  </a:lnTo>
                  <a:lnTo>
                    <a:pt x="111335" y="5644"/>
                  </a:lnTo>
                  <a:lnTo>
                    <a:pt x="116146" y="8858"/>
                  </a:lnTo>
                  <a:lnTo>
                    <a:pt x="120318" y="13030"/>
                  </a:lnTo>
                  <a:lnTo>
                    <a:pt x="124490" y="17202"/>
                  </a:lnTo>
                  <a:lnTo>
                    <a:pt x="127705" y="22014"/>
                  </a:lnTo>
                  <a:lnTo>
                    <a:pt x="129963" y="27464"/>
                  </a:lnTo>
                  <a:lnTo>
                    <a:pt x="132221" y="32915"/>
                  </a:lnTo>
                  <a:lnTo>
                    <a:pt x="133349" y="38590"/>
                  </a:lnTo>
                  <a:lnTo>
                    <a:pt x="133350" y="44491"/>
                  </a:lnTo>
                  <a:lnTo>
                    <a:pt x="133350" y="784183"/>
                  </a:lnTo>
                  <a:lnTo>
                    <a:pt x="133349" y="790083"/>
                  </a:lnTo>
                  <a:lnTo>
                    <a:pt x="132221" y="795758"/>
                  </a:lnTo>
                  <a:lnTo>
                    <a:pt x="129963" y="801209"/>
                  </a:lnTo>
                  <a:lnTo>
                    <a:pt x="127705" y="806659"/>
                  </a:lnTo>
                  <a:lnTo>
                    <a:pt x="105884" y="825287"/>
                  </a:lnTo>
                  <a:lnTo>
                    <a:pt x="100433" y="827545"/>
                  </a:lnTo>
                  <a:lnTo>
                    <a:pt x="94758" y="828674"/>
                  </a:lnTo>
                  <a:lnTo>
                    <a:pt x="88858" y="828674"/>
                  </a:lnTo>
                  <a:lnTo>
                    <a:pt x="44491" y="828674"/>
                  </a:lnTo>
                  <a:lnTo>
                    <a:pt x="38591" y="828674"/>
                  </a:lnTo>
                  <a:lnTo>
                    <a:pt x="32916" y="827545"/>
                  </a:lnTo>
                  <a:lnTo>
                    <a:pt x="27465" y="825287"/>
                  </a:lnTo>
                  <a:lnTo>
                    <a:pt x="22014" y="823029"/>
                  </a:lnTo>
                  <a:lnTo>
                    <a:pt x="3386" y="801209"/>
                  </a:lnTo>
                  <a:lnTo>
                    <a:pt x="1128" y="795758"/>
                  </a:lnTo>
                  <a:lnTo>
                    <a:pt x="0" y="790083"/>
                  </a:lnTo>
                  <a:lnTo>
                    <a:pt x="0" y="784183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247774" y="4019549"/>
            <a:ext cx="142875" cy="847725"/>
            <a:chOff x="1247774" y="4019549"/>
            <a:chExt cx="142875" cy="847725"/>
          </a:xfrm>
        </p:grpSpPr>
        <p:sp>
          <p:nvSpPr>
            <p:cNvPr id="13" name="object 13"/>
            <p:cNvSpPr/>
            <p:nvPr/>
          </p:nvSpPr>
          <p:spPr>
            <a:xfrm>
              <a:off x="1252537" y="4024312"/>
              <a:ext cx="133350" cy="838200"/>
            </a:xfrm>
            <a:custGeom>
              <a:avLst/>
              <a:gdLst/>
              <a:ahLst/>
              <a:cxnLst/>
              <a:rect l="l" t="t" r="r" b="b"/>
              <a:pathLst>
                <a:path w="133350" h="838200">
                  <a:moveTo>
                    <a:pt x="94758" y="838199"/>
                  </a:moveTo>
                  <a:lnTo>
                    <a:pt x="38591" y="838199"/>
                  </a:lnTo>
                  <a:lnTo>
                    <a:pt x="32915" y="837070"/>
                  </a:lnTo>
                  <a:lnTo>
                    <a:pt x="1128" y="805283"/>
                  </a:lnTo>
                  <a:lnTo>
                    <a:pt x="0" y="799608"/>
                  </a:lnTo>
                  <a:lnTo>
                    <a:pt x="0" y="793708"/>
                  </a:lnTo>
                  <a:lnTo>
                    <a:pt x="0" y="38590"/>
                  </a:lnTo>
                  <a:lnTo>
                    <a:pt x="22014" y="5644"/>
                  </a:lnTo>
                  <a:lnTo>
                    <a:pt x="38591" y="0"/>
                  </a:lnTo>
                  <a:lnTo>
                    <a:pt x="94758" y="0"/>
                  </a:lnTo>
                  <a:lnTo>
                    <a:pt x="127705" y="22014"/>
                  </a:lnTo>
                  <a:lnTo>
                    <a:pt x="133349" y="38590"/>
                  </a:lnTo>
                  <a:lnTo>
                    <a:pt x="133349" y="799608"/>
                  </a:lnTo>
                  <a:lnTo>
                    <a:pt x="111335" y="832554"/>
                  </a:lnTo>
                  <a:lnTo>
                    <a:pt x="100433" y="837070"/>
                  </a:lnTo>
                  <a:lnTo>
                    <a:pt x="94758" y="83819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52537" y="4024312"/>
              <a:ext cx="133350" cy="838200"/>
            </a:xfrm>
            <a:custGeom>
              <a:avLst/>
              <a:gdLst/>
              <a:ahLst/>
              <a:cxnLst/>
              <a:rect l="l" t="t" r="r" b="b"/>
              <a:pathLst>
                <a:path w="133350" h="838200">
                  <a:moveTo>
                    <a:pt x="0" y="793708"/>
                  </a:moveTo>
                  <a:lnTo>
                    <a:pt x="0" y="44491"/>
                  </a:lnTo>
                  <a:lnTo>
                    <a:pt x="0" y="38590"/>
                  </a:lnTo>
                  <a:lnTo>
                    <a:pt x="1128" y="32915"/>
                  </a:lnTo>
                  <a:lnTo>
                    <a:pt x="3386" y="27464"/>
                  </a:lnTo>
                  <a:lnTo>
                    <a:pt x="5644" y="22014"/>
                  </a:lnTo>
                  <a:lnTo>
                    <a:pt x="8859" y="17202"/>
                  </a:lnTo>
                  <a:lnTo>
                    <a:pt x="13031" y="13031"/>
                  </a:lnTo>
                  <a:lnTo>
                    <a:pt x="17202" y="8859"/>
                  </a:lnTo>
                  <a:lnTo>
                    <a:pt x="22014" y="5644"/>
                  </a:lnTo>
                  <a:lnTo>
                    <a:pt x="27465" y="3386"/>
                  </a:lnTo>
                  <a:lnTo>
                    <a:pt x="32915" y="1128"/>
                  </a:lnTo>
                  <a:lnTo>
                    <a:pt x="38591" y="0"/>
                  </a:lnTo>
                  <a:lnTo>
                    <a:pt x="44491" y="0"/>
                  </a:lnTo>
                  <a:lnTo>
                    <a:pt x="88858" y="0"/>
                  </a:lnTo>
                  <a:lnTo>
                    <a:pt x="94758" y="0"/>
                  </a:lnTo>
                  <a:lnTo>
                    <a:pt x="100433" y="1128"/>
                  </a:lnTo>
                  <a:lnTo>
                    <a:pt x="105884" y="3386"/>
                  </a:lnTo>
                  <a:lnTo>
                    <a:pt x="111335" y="5644"/>
                  </a:lnTo>
                  <a:lnTo>
                    <a:pt x="116146" y="8859"/>
                  </a:lnTo>
                  <a:lnTo>
                    <a:pt x="120318" y="13031"/>
                  </a:lnTo>
                  <a:lnTo>
                    <a:pt x="124490" y="17202"/>
                  </a:lnTo>
                  <a:lnTo>
                    <a:pt x="133349" y="44491"/>
                  </a:lnTo>
                  <a:lnTo>
                    <a:pt x="133349" y="793708"/>
                  </a:lnTo>
                  <a:lnTo>
                    <a:pt x="133349" y="799608"/>
                  </a:lnTo>
                  <a:lnTo>
                    <a:pt x="132220" y="805283"/>
                  </a:lnTo>
                  <a:lnTo>
                    <a:pt x="129963" y="810734"/>
                  </a:lnTo>
                  <a:lnTo>
                    <a:pt x="127705" y="816184"/>
                  </a:lnTo>
                  <a:lnTo>
                    <a:pt x="105884" y="834812"/>
                  </a:lnTo>
                  <a:lnTo>
                    <a:pt x="100433" y="837070"/>
                  </a:lnTo>
                  <a:lnTo>
                    <a:pt x="94758" y="838199"/>
                  </a:lnTo>
                  <a:lnTo>
                    <a:pt x="88858" y="838199"/>
                  </a:lnTo>
                  <a:lnTo>
                    <a:pt x="44491" y="838199"/>
                  </a:lnTo>
                  <a:lnTo>
                    <a:pt x="38591" y="838199"/>
                  </a:lnTo>
                  <a:lnTo>
                    <a:pt x="32915" y="837070"/>
                  </a:lnTo>
                  <a:lnTo>
                    <a:pt x="27465" y="834812"/>
                  </a:lnTo>
                  <a:lnTo>
                    <a:pt x="22014" y="832554"/>
                  </a:lnTo>
                  <a:lnTo>
                    <a:pt x="3386" y="810734"/>
                  </a:lnTo>
                  <a:lnTo>
                    <a:pt x="1128" y="805283"/>
                  </a:lnTo>
                  <a:lnTo>
                    <a:pt x="0" y="799608"/>
                  </a:lnTo>
                  <a:lnTo>
                    <a:pt x="0" y="793708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038224" y="4981574"/>
            <a:ext cx="142875" cy="971550"/>
            <a:chOff x="1038224" y="4981574"/>
            <a:chExt cx="142875" cy="971550"/>
          </a:xfrm>
        </p:grpSpPr>
        <p:sp>
          <p:nvSpPr>
            <p:cNvPr id="16" name="object 16"/>
            <p:cNvSpPr/>
            <p:nvPr/>
          </p:nvSpPr>
          <p:spPr>
            <a:xfrm>
              <a:off x="1042987" y="4986337"/>
              <a:ext cx="133350" cy="962025"/>
            </a:xfrm>
            <a:custGeom>
              <a:avLst/>
              <a:gdLst/>
              <a:ahLst/>
              <a:cxnLst/>
              <a:rect l="l" t="t" r="r" b="b"/>
              <a:pathLst>
                <a:path w="133350" h="962025">
                  <a:moveTo>
                    <a:pt x="94758" y="962024"/>
                  </a:moveTo>
                  <a:lnTo>
                    <a:pt x="38591" y="962024"/>
                  </a:lnTo>
                  <a:lnTo>
                    <a:pt x="32916" y="960894"/>
                  </a:lnTo>
                  <a:lnTo>
                    <a:pt x="1128" y="929108"/>
                  </a:lnTo>
                  <a:lnTo>
                    <a:pt x="0" y="923433"/>
                  </a:lnTo>
                  <a:lnTo>
                    <a:pt x="0" y="917533"/>
                  </a:lnTo>
                  <a:lnTo>
                    <a:pt x="0" y="38591"/>
                  </a:lnTo>
                  <a:lnTo>
                    <a:pt x="22014" y="5643"/>
                  </a:lnTo>
                  <a:lnTo>
                    <a:pt x="38591" y="0"/>
                  </a:lnTo>
                  <a:lnTo>
                    <a:pt x="94758" y="0"/>
                  </a:lnTo>
                  <a:lnTo>
                    <a:pt x="127705" y="22014"/>
                  </a:lnTo>
                  <a:lnTo>
                    <a:pt x="133349" y="38591"/>
                  </a:lnTo>
                  <a:lnTo>
                    <a:pt x="133349" y="923433"/>
                  </a:lnTo>
                  <a:lnTo>
                    <a:pt x="111335" y="956379"/>
                  </a:lnTo>
                  <a:lnTo>
                    <a:pt x="100433" y="960894"/>
                  </a:lnTo>
                  <a:lnTo>
                    <a:pt x="94758" y="962024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42987" y="4986337"/>
              <a:ext cx="133350" cy="962025"/>
            </a:xfrm>
            <a:custGeom>
              <a:avLst/>
              <a:gdLst/>
              <a:ahLst/>
              <a:cxnLst/>
              <a:rect l="l" t="t" r="r" b="b"/>
              <a:pathLst>
                <a:path w="133350" h="962025">
                  <a:moveTo>
                    <a:pt x="0" y="917533"/>
                  </a:moveTo>
                  <a:lnTo>
                    <a:pt x="0" y="44491"/>
                  </a:lnTo>
                  <a:lnTo>
                    <a:pt x="0" y="38591"/>
                  </a:lnTo>
                  <a:lnTo>
                    <a:pt x="1128" y="32915"/>
                  </a:lnTo>
                  <a:lnTo>
                    <a:pt x="3386" y="27464"/>
                  </a:lnTo>
                  <a:lnTo>
                    <a:pt x="5644" y="22013"/>
                  </a:lnTo>
                  <a:lnTo>
                    <a:pt x="8859" y="17202"/>
                  </a:lnTo>
                  <a:lnTo>
                    <a:pt x="13031" y="13030"/>
                  </a:lnTo>
                  <a:lnTo>
                    <a:pt x="17202" y="8858"/>
                  </a:lnTo>
                  <a:lnTo>
                    <a:pt x="22014" y="5643"/>
                  </a:lnTo>
                  <a:lnTo>
                    <a:pt x="27465" y="3386"/>
                  </a:lnTo>
                  <a:lnTo>
                    <a:pt x="32916" y="1128"/>
                  </a:lnTo>
                  <a:lnTo>
                    <a:pt x="38591" y="0"/>
                  </a:lnTo>
                  <a:lnTo>
                    <a:pt x="44491" y="0"/>
                  </a:lnTo>
                  <a:lnTo>
                    <a:pt x="88858" y="0"/>
                  </a:lnTo>
                  <a:lnTo>
                    <a:pt x="94758" y="0"/>
                  </a:lnTo>
                  <a:lnTo>
                    <a:pt x="100433" y="1128"/>
                  </a:lnTo>
                  <a:lnTo>
                    <a:pt x="105884" y="3386"/>
                  </a:lnTo>
                  <a:lnTo>
                    <a:pt x="111335" y="5643"/>
                  </a:lnTo>
                  <a:lnTo>
                    <a:pt x="116146" y="8858"/>
                  </a:lnTo>
                  <a:lnTo>
                    <a:pt x="120318" y="13031"/>
                  </a:lnTo>
                  <a:lnTo>
                    <a:pt x="124490" y="17203"/>
                  </a:lnTo>
                  <a:lnTo>
                    <a:pt x="133350" y="44491"/>
                  </a:lnTo>
                  <a:lnTo>
                    <a:pt x="133350" y="917533"/>
                  </a:lnTo>
                  <a:lnTo>
                    <a:pt x="116146" y="953164"/>
                  </a:lnTo>
                  <a:lnTo>
                    <a:pt x="105884" y="958636"/>
                  </a:lnTo>
                  <a:lnTo>
                    <a:pt x="100433" y="960894"/>
                  </a:lnTo>
                  <a:lnTo>
                    <a:pt x="94758" y="962024"/>
                  </a:lnTo>
                  <a:lnTo>
                    <a:pt x="88858" y="962024"/>
                  </a:lnTo>
                  <a:lnTo>
                    <a:pt x="44491" y="962024"/>
                  </a:lnTo>
                  <a:lnTo>
                    <a:pt x="38591" y="962024"/>
                  </a:lnTo>
                  <a:lnTo>
                    <a:pt x="32916" y="960894"/>
                  </a:lnTo>
                  <a:lnTo>
                    <a:pt x="27465" y="958636"/>
                  </a:lnTo>
                  <a:lnTo>
                    <a:pt x="22014" y="956379"/>
                  </a:lnTo>
                  <a:lnTo>
                    <a:pt x="0" y="923433"/>
                  </a:lnTo>
                  <a:lnTo>
                    <a:pt x="0" y="917533"/>
                  </a:lnTo>
                  <a:close/>
                </a:path>
              </a:pathLst>
            </a:custGeom>
            <a:ln w="9524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55116" y="1176676"/>
            <a:ext cx="9559290" cy="461772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350" b="1" spc="-50" dirty="0">
                <a:solidFill>
                  <a:srgbClr val="262525"/>
                </a:solidFill>
                <a:latin typeface="Tahoma"/>
                <a:cs typeface="Tahoma"/>
              </a:rPr>
              <a:t>Dashboard</a:t>
            </a:r>
            <a:r>
              <a:rPr sz="1350" b="1" spc="-7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262525"/>
                </a:solidFill>
                <a:latin typeface="Tahoma"/>
                <a:cs typeface="Tahoma"/>
              </a:rPr>
              <a:t>Features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Category</a:t>
            </a:r>
            <a:r>
              <a:rPr sz="1100" spc="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selection,</a:t>
            </a:r>
            <a:r>
              <a:rPr sz="1100" spc="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top</a:t>
            </a:r>
            <a:r>
              <a:rPr sz="1100" spc="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product</a:t>
            </a:r>
            <a:r>
              <a:rPr sz="1100" spc="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recommendations,</a:t>
            </a:r>
            <a:r>
              <a:rPr sz="1100" spc="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interactive</a:t>
            </a:r>
            <a:r>
              <a:rPr sz="1100" spc="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charts,</a:t>
            </a:r>
            <a:r>
              <a:rPr sz="1100" spc="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and</a:t>
            </a:r>
            <a:r>
              <a:rPr sz="1100" spc="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exportable</a:t>
            </a:r>
            <a:r>
              <a:rPr sz="1100" spc="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62525"/>
                </a:solidFill>
                <a:latin typeface="Tahoma"/>
                <a:cs typeface="Tahoma"/>
              </a:rPr>
              <a:t>tables.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100">
              <a:latin typeface="Tahoma"/>
              <a:cs typeface="Tahoma"/>
            </a:endParaRPr>
          </a:p>
          <a:p>
            <a:pPr marL="223520">
              <a:lnSpc>
                <a:spcPct val="100000"/>
              </a:lnSpc>
              <a:spcBef>
                <a:spcPts val="5"/>
              </a:spcBef>
            </a:pPr>
            <a:r>
              <a:rPr sz="1350" b="1" spc="-10" dirty="0">
                <a:solidFill>
                  <a:srgbClr val="262525"/>
                </a:solidFill>
                <a:latin typeface="Tahoma"/>
                <a:cs typeface="Tahoma"/>
              </a:rPr>
              <a:t>Evaluation</a:t>
            </a:r>
            <a:endParaRPr sz="1350">
              <a:latin typeface="Tahoma"/>
              <a:cs typeface="Tahoma"/>
            </a:endParaRPr>
          </a:p>
          <a:p>
            <a:pPr marL="223520">
              <a:lnSpc>
                <a:spcPct val="100000"/>
              </a:lnSpc>
              <a:spcBef>
                <a:spcPts val="655"/>
              </a:spcBef>
            </a:pP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Logic-based</a:t>
            </a:r>
            <a:r>
              <a:rPr sz="1100" spc="10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checks:</a:t>
            </a:r>
            <a:r>
              <a:rPr sz="1100" spc="10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relevance</a:t>
            </a:r>
            <a:r>
              <a:rPr sz="1100" spc="10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by</a:t>
            </a:r>
            <a:r>
              <a:rPr sz="1100" spc="10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category,</a:t>
            </a:r>
            <a:r>
              <a:rPr sz="1100" spc="10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ranking</a:t>
            </a:r>
            <a:r>
              <a:rPr sz="1100" spc="10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by</a:t>
            </a:r>
            <a:r>
              <a:rPr sz="1100" spc="10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rating/sales;</a:t>
            </a:r>
            <a:r>
              <a:rPr sz="1100" spc="10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qualitative</a:t>
            </a:r>
            <a:r>
              <a:rPr sz="1100" spc="10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validation</a:t>
            </a:r>
            <a:r>
              <a:rPr sz="1100" spc="10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via</a:t>
            </a:r>
            <a:r>
              <a:rPr sz="1100" spc="10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62525"/>
                </a:solidFill>
                <a:latin typeface="Tahoma"/>
                <a:cs typeface="Tahoma"/>
              </a:rPr>
              <a:t>screenshots.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100">
              <a:latin typeface="Tahoma"/>
              <a:cs typeface="Tahoma"/>
            </a:endParaRPr>
          </a:p>
          <a:p>
            <a:pPr marL="434340">
              <a:lnSpc>
                <a:spcPct val="100000"/>
              </a:lnSpc>
            </a:pPr>
            <a:r>
              <a:rPr sz="1350" b="1" spc="-10" dirty="0">
                <a:solidFill>
                  <a:srgbClr val="262525"/>
                </a:solidFill>
                <a:latin typeface="Tahoma"/>
                <a:cs typeface="Tahoma"/>
              </a:rPr>
              <a:t>Limitations</a:t>
            </a:r>
            <a:endParaRPr sz="1350">
              <a:latin typeface="Tahoma"/>
              <a:cs typeface="Tahoma"/>
            </a:endParaRPr>
          </a:p>
          <a:p>
            <a:pPr marL="434340">
              <a:lnSpc>
                <a:spcPct val="100000"/>
              </a:lnSpc>
              <a:spcBef>
                <a:spcPts val="655"/>
              </a:spcBef>
            </a:pPr>
            <a:r>
              <a:rPr sz="1100" spc="65" dirty="0">
                <a:solidFill>
                  <a:srgbClr val="262525"/>
                </a:solidFill>
                <a:latin typeface="Tahoma"/>
                <a:cs typeface="Tahoma"/>
              </a:rPr>
              <a:t>No</a:t>
            </a:r>
            <a:r>
              <a:rPr sz="1100" spc="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collaborative</a:t>
            </a:r>
            <a:r>
              <a:rPr sz="1100" spc="4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filtering</a:t>
            </a:r>
            <a:r>
              <a:rPr sz="1100" spc="4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62525"/>
                </a:solidFill>
                <a:latin typeface="Tahoma"/>
                <a:cs typeface="Tahoma"/>
              </a:rPr>
              <a:t>yet;</a:t>
            </a:r>
            <a:r>
              <a:rPr sz="1100" spc="4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limited</a:t>
            </a:r>
            <a:r>
              <a:rPr sz="1100" spc="4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to</a:t>
            </a:r>
            <a:r>
              <a:rPr sz="1100" spc="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available</a:t>
            </a:r>
            <a:r>
              <a:rPr sz="1100" spc="4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product</a:t>
            </a:r>
            <a:r>
              <a:rPr sz="1100" spc="4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attributes;</a:t>
            </a:r>
            <a:r>
              <a:rPr sz="1100" spc="4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evaluation</a:t>
            </a:r>
            <a:r>
              <a:rPr sz="1100" spc="4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is</a:t>
            </a:r>
            <a:r>
              <a:rPr sz="1100" spc="4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heuristic-</a:t>
            </a:r>
            <a:r>
              <a:rPr sz="1100" spc="-10" dirty="0">
                <a:solidFill>
                  <a:srgbClr val="262525"/>
                </a:solidFill>
                <a:latin typeface="Tahoma"/>
                <a:cs typeface="Tahoma"/>
              </a:rPr>
              <a:t>based.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100">
              <a:latin typeface="Tahoma"/>
              <a:cs typeface="Tahoma"/>
            </a:endParaRPr>
          </a:p>
          <a:p>
            <a:pPr marR="7124700" algn="r">
              <a:lnSpc>
                <a:spcPct val="100000"/>
              </a:lnSpc>
            </a:pPr>
            <a:r>
              <a:rPr sz="1350" b="1" spc="-70" dirty="0">
                <a:solidFill>
                  <a:srgbClr val="262525"/>
                </a:solidFill>
                <a:latin typeface="Tahoma"/>
                <a:cs typeface="Tahoma"/>
              </a:rPr>
              <a:t>Future</a:t>
            </a:r>
            <a:r>
              <a:rPr sz="1350" b="1" spc="-10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262525"/>
                </a:solidFill>
                <a:latin typeface="Tahoma"/>
                <a:cs typeface="Tahoma"/>
              </a:rPr>
              <a:t>Enhancements</a:t>
            </a:r>
            <a:endParaRPr sz="1350">
              <a:latin typeface="Tahoma"/>
              <a:cs typeface="Tahoma"/>
            </a:endParaRPr>
          </a:p>
          <a:p>
            <a:pPr marL="645795">
              <a:lnSpc>
                <a:spcPct val="100000"/>
              </a:lnSpc>
              <a:spcBef>
                <a:spcPts val="655"/>
              </a:spcBef>
            </a:pPr>
            <a:r>
              <a:rPr sz="1100" spc="-10" dirty="0">
                <a:solidFill>
                  <a:srgbClr val="262525"/>
                </a:solidFill>
                <a:latin typeface="Tahoma"/>
                <a:cs typeface="Tahoma"/>
              </a:rPr>
              <a:t>Integrate</a:t>
            </a:r>
            <a:r>
              <a:rPr sz="1100" spc="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collaborative</a:t>
            </a:r>
            <a:r>
              <a:rPr sz="1100" spc="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filtering</a:t>
            </a:r>
            <a:r>
              <a:rPr sz="1100" spc="4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262525"/>
                </a:solidFill>
                <a:latin typeface="Tahoma"/>
                <a:cs typeface="Tahoma"/>
              </a:rPr>
              <a:t>&amp;</a:t>
            </a:r>
            <a:r>
              <a:rPr sz="1100" spc="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95" dirty="0">
                <a:solidFill>
                  <a:srgbClr val="262525"/>
                </a:solidFill>
                <a:latin typeface="Tahoma"/>
                <a:cs typeface="Tahoma"/>
              </a:rPr>
              <a:t>ML</a:t>
            </a:r>
            <a:r>
              <a:rPr sz="1100" spc="4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models,</a:t>
            </a:r>
            <a:r>
              <a:rPr sz="1100" spc="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user</a:t>
            </a:r>
            <a:r>
              <a:rPr sz="1100" spc="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behavior</a:t>
            </a:r>
            <a:r>
              <a:rPr sz="1100" spc="4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tracking,</a:t>
            </a:r>
            <a:r>
              <a:rPr sz="1100" spc="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cloud</a:t>
            </a:r>
            <a:r>
              <a:rPr sz="1100" spc="4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deployment,</a:t>
            </a:r>
            <a:r>
              <a:rPr sz="1100" spc="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A/B</a:t>
            </a:r>
            <a:r>
              <a:rPr sz="1100" spc="4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testing</a:t>
            </a:r>
            <a:r>
              <a:rPr sz="1100" spc="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for</a:t>
            </a:r>
            <a:r>
              <a:rPr sz="1100" spc="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62525"/>
                </a:solidFill>
                <a:latin typeface="Tahoma"/>
                <a:cs typeface="Tahoma"/>
              </a:rPr>
              <a:t>recommendations.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100">
              <a:latin typeface="Tahoma"/>
              <a:cs typeface="Tahoma"/>
            </a:endParaRPr>
          </a:p>
          <a:p>
            <a:pPr marR="7082790" algn="r">
              <a:lnSpc>
                <a:spcPct val="100000"/>
              </a:lnSpc>
            </a:pPr>
            <a:r>
              <a:rPr sz="1350" b="1" spc="-30" dirty="0">
                <a:solidFill>
                  <a:srgbClr val="262525"/>
                </a:solidFill>
                <a:latin typeface="Tahoma"/>
                <a:cs typeface="Tahoma"/>
              </a:rPr>
              <a:t>Conclusion</a:t>
            </a:r>
            <a:r>
              <a:rPr sz="1350" b="1" spc="-11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220" dirty="0">
                <a:solidFill>
                  <a:srgbClr val="262525"/>
                </a:solidFill>
                <a:latin typeface="Tahoma"/>
                <a:cs typeface="Tahoma"/>
              </a:rPr>
              <a:t>s</a:t>
            </a:r>
            <a:r>
              <a:rPr sz="1350" b="1" spc="-11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262525"/>
                </a:solidFill>
                <a:latin typeface="Tahoma"/>
                <a:cs typeface="Tahoma"/>
              </a:rPr>
              <a:t>References</a:t>
            </a:r>
            <a:endParaRPr sz="1350">
              <a:latin typeface="Tahoma"/>
              <a:cs typeface="Tahoma"/>
            </a:endParaRPr>
          </a:p>
          <a:p>
            <a:pPr marL="434340" marR="5080">
              <a:lnSpc>
                <a:spcPct val="125000"/>
              </a:lnSpc>
              <a:spcBef>
                <a:spcPts val="325"/>
              </a:spcBef>
            </a:pP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Streamlit</a:t>
            </a:r>
            <a:r>
              <a:rPr sz="1100" spc="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dashboard</a:t>
            </a:r>
            <a:r>
              <a:rPr sz="110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demonstrates</a:t>
            </a:r>
            <a:r>
              <a:rPr sz="110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a</a:t>
            </a:r>
            <a:r>
              <a:rPr sz="110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reproducible,</a:t>
            </a:r>
            <a:r>
              <a:rPr sz="110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interactive</a:t>
            </a:r>
            <a:r>
              <a:rPr sz="110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prototype</a:t>
            </a:r>
            <a:r>
              <a:rPr sz="110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for</a:t>
            </a:r>
            <a:r>
              <a:rPr sz="110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academic</a:t>
            </a:r>
            <a:r>
              <a:rPr sz="110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evaluation.</a:t>
            </a:r>
            <a:r>
              <a:rPr sz="110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References:</a:t>
            </a:r>
            <a:r>
              <a:rPr sz="110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dataset</a:t>
            </a:r>
            <a:r>
              <a:rPr sz="110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source,</a:t>
            </a:r>
            <a:r>
              <a:rPr sz="110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libraries</a:t>
            </a:r>
            <a:r>
              <a:rPr sz="110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62525"/>
                </a:solidFill>
                <a:latin typeface="Tahoma"/>
                <a:cs typeface="Tahoma"/>
              </a:rPr>
              <a:t>(Pandas,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NumPy,</a:t>
            </a:r>
            <a:r>
              <a:rPr sz="1100" spc="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62525"/>
                </a:solidFill>
                <a:latin typeface="Tahoma"/>
                <a:cs typeface="Tahoma"/>
              </a:rPr>
              <a:t>Plotly,</a:t>
            </a:r>
            <a:r>
              <a:rPr sz="1100" spc="1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62525"/>
                </a:solidFill>
                <a:latin typeface="Tahoma"/>
                <a:cs typeface="Tahoma"/>
              </a:rPr>
              <a:t>Streamlit).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9BB6FA-09B1-734C-937E-5BB7835BE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707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574</Words>
  <Application>Microsoft Office PowerPoint</Application>
  <PresentationFormat>Custom</PresentationFormat>
  <Paragraphs>122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Tahoma</vt:lpstr>
      <vt:lpstr>Times New Roman</vt:lpstr>
      <vt:lpstr>Office Theme</vt:lpstr>
      <vt:lpstr>AI-Enabled Product Recommendation Dashboard using Streamlit</vt:lpstr>
      <vt:lpstr>Milestone 1 — Definition s Planning</vt:lpstr>
      <vt:lpstr>Scops s Rsquirsmsnts</vt:lpstr>
      <vt:lpstr>Milestone 2 — Dataset Overview</vt:lpstr>
      <vt:lpstr>Sample Data s Preprocessing</vt:lpstr>
      <vt:lpstr>Milestone 2 — Exploratory Data Analysis</vt:lpstr>
      <vt:lpstr>Milestone 3 — System Design s Implementation</vt:lpstr>
      <vt:lpstr>Implementation Details s Recommendation Logic</vt:lpstr>
      <vt:lpstr>Milestone 4 — Results, Evaluation s Next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GOPATHI SAIMANIKANTA</dc:creator>
  <cp:lastModifiedBy>Gopathi Lavanya</cp:lastModifiedBy>
  <cp:revision>2</cp:revision>
  <dcterms:created xsi:type="dcterms:W3CDTF">2026-02-22T16:29:52Z</dcterms:created>
  <dcterms:modified xsi:type="dcterms:W3CDTF">2026-02-22T16:42:13Z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2026-02-22T00:00:00Z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2026-02-22T00:00:00Z</vt:filetime>
  </property>
  <property fmtid="{D5CDD505-2E9C-101B-9397-08002B2CF9AE}" pid="5" name="Producer">
    <vt:lpwstr>pdf-lib (https://github.com/Hopding/pdf-lib)</vt:lpwstr>
  </property>
</Properties>
</file>